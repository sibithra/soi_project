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bithra v" userId="028e6d356b201339" providerId="LiveId" clId="{44ABF541-2EF5-4395-9344-78E48CDD1C5A}"/>
    <pc:docChg chg="modSld">
      <pc:chgData name="sibithra v" userId="028e6d356b201339" providerId="LiveId" clId="{44ABF541-2EF5-4395-9344-78E48CDD1C5A}" dt="2025-08-30T12:24:05.684" v="4" actId="20577"/>
      <pc:docMkLst>
        <pc:docMk/>
      </pc:docMkLst>
      <pc:sldChg chg="modSp mod">
        <pc:chgData name="sibithra v" userId="028e6d356b201339" providerId="LiveId" clId="{44ABF541-2EF5-4395-9344-78E48CDD1C5A}" dt="2025-08-30T12:24:05.684" v="4" actId="20577"/>
        <pc:sldMkLst>
          <pc:docMk/>
          <pc:sldMk cId="3748403099" sldId="256"/>
        </pc:sldMkLst>
      </pc:sldChg>
    </pc:docChg>
  </pc:docChgLst>
  <pc:docChgLst>
    <pc:chgData name="sibithra v" userId="028e6d356b201339" providerId="LiveId" clId="{93A1AED5-2762-446B-9BF4-5F8FA22B0C75}"/>
    <pc:docChg chg="custSel modSld">
      <pc:chgData name="sibithra v" userId="028e6d356b201339" providerId="LiveId" clId="{93A1AED5-2762-446B-9BF4-5F8FA22B0C75}" dt="2025-10-29T13:10:01.408" v="10" actId="1076"/>
      <pc:docMkLst>
        <pc:docMk/>
      </pc:docMkLst>
      <pc:sldChg chg="addSp delSp modSp mod">
        <pc:chgData name="sibithra v" userId="028e6d356b201339" providerId="LiveId" clId="{93A1AED5-2762-446B-9BF4-5F8FA22B0C75}" dt="2025-09-27T11:55:53.176" v="8" actId="478"/>
        <pc:sldMkLst>
          <pc:docMk/>
          <pc:sldMk cId="3748403099" sldId="256"/>
        </pc:sldMkLst>
      </pc:sldChg>
      <pc:sldChg chg="modSp mod">
        <pc:chgData name="sibithra v" userId="028e6d356b201339" providerId="LiveId" clId="{93A1AED5-2762-446B-9BF4-5F8FA22B0C75}" dt="2025-10-29T13:10:01.408" v="10" actId="1076"/>
        <pc:sldMkLst>
          <pc:docMk/>
          <pc:sldMk cId="258199563" sldId="260"/>
        </pc:sldMkLst>
        <pc:spChg chg="mod">
          <ac:chgData name="sibithra v" userId="028e6d356b201339" providerId="LiveId" clId="{93A1AED5-2762-446B-9BF4-5F8FA22B0C75}" dt="2025-10-29T13:10:01.408" v="10" actId="1076"/>
          <ac:spMkLst>
            <pc:docMk/>
            <pc:sldMk cId="258199563" sldId="260"/>
            <ac:spMk id="3" creationId="{557AD06D-0EAC-EDBC-1163-41686D63B045}"/>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10/29/2025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90FA-BEF1-20BE-D563-44CA6B345C2D}"/>
              </a:ext>
            </a:extLst>
          </p:cNvPr>
          <p:cNvSpPr>
            <a:spLocks noGrp="1"/>
          </p:cNvSpPr>
          <p:nvPr>
            <p:ph type="ctrTitle"/>
          </p:nvPr>
        </p:nvSpPr>
        <p:spPr>
          <a:xfrm>
            <a:off x="719528" y="524656"/>
            <a:ext cx="10440597" cy="122919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Detection of </a:t>
            </a:r>
            <a:r>
              <a:rPr lang="en-US" b="1">
                <a:latin typeface="Times New Roman" panose="02020603050405020304" pitchFamily="18" charset="0"/>
                <a:cs typeface="Times New Roman" panose="02020603050405020304" pitchFamily="18" charset="0"/>
              </a:rPr>
              <a:t>Microplastics </a:t>
            </a:r>
            <a:br>
              <a:rPr lang="en-US" b="1">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in Water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DAAA4EC-42CB-8974-F6A9-A929F31605F0}"/>
              </a:ext>
            </a:extLst>
          </p:cNvPr>
          <p:cNvSpPr>
            <a:spLocks noGrp="1"/>
          </p:cNvSpPr>
          <p:nvPr>
            <p:ph type="subTitle" idx="1"/>
          </p:nvPr>
        </p:nvSpPr>
        <p:spPr>
          <a:xfrm>
            <a:off x="1244183" y="1948721"/>
            <a:ext cx="9855981" cy="4527029"/>
          </a:xfrm>
        </p:spPr>
        <p:txBody>
          <a:bodyPr>
            <a:normAutofit/>
          </a:bodyPr>
          <a:lstStyle/>
          <a:p>
            <a:pPr algn="l"/>
            <a:r>
              <a:rPr lang="en-IN" sz="2800" b="1" dirty="0">
                <a:latin typeface="Times New Roman" panose="02020603050405020304" pitchFamily="18" charset="0"/>
                <a:cs typeface="Times New Roman" panose="02020603050405020304" pitchFamily="18" charset="0"/>
              </a:rPr>
              <a:t>TEAM NAME : </a:t>
            </a:r>
            <a:r>
              <a:rPr lang="en-IN" sz="2800" dirty="0">
                <a:latin typeface="Times New Roman" panose="02020603050405020304" pitchFamily="18" charset="0"/>
                <a:cs typeface="Times New Roman" panose="02020603050405020304" pitchFamily="18" charset="0"/>
              </a:rPr>
              <a:t>THE SPARK</a:t>
            </a:r>
          </a:p>
          <a:p>
            <a:pPr algn="l"/>
            <a:r>
              <a:rPr lang="en-IN" sz="2800" b="1" dirty="0">
                <a:latin typeface="Times New Roman" panose="02020603050405020304" pitchFamily="18" charset="0"/>
                <a:cs typeface="Times New Roman" panose="02020603050405020304" pitchFamily="18" charset="0"/>
              </a:rPr>
              <a:t>TEAM MEMBERS:</a:t>
            </a:r>
          </a:p>
          <a:p>
            <a:pPr algn="l"/>
            <a:r>
              <a:rPr lang="en-IN" sz="2800" dirty="0">
                <a:latin typeface="Times New Roman" panose="02020603050405020304" pitchFamily="18" charset="0"/>
                <a:cs typeface="Times New Roman" panose="02020603050405020304" pitchFamily="18" charset="0"/>
              </a:rPr>
              <a:t>1.SIBITHRA V – 24UEC240</a:t>
            </a:r>
          </a:p>
          <a:p>
            <a:pPr algn="l"/>
            <a:r>
              <a:rPr lang="en-IN" sz="2800" dirty="0">
                <a:latin typeface="Times New Roman" panose="02020603050405020304" pitchFamily="18" charset="0"/>
                <a:cs typeface="Times New Roman" panose="02020603050405020304" pitchFamily="18" charset="0"/>
              </a:rPr>
              <a:t>2.VIVIKSHA K – 24UEC262</a:t>
            </a:r>
          </a:p>
          <a:p>
            <a:pPr algn="l"/>
            <a:r>
              <a:rPr lang="en-IN" sz="2800" dirty="0">
                <a:latin typeface="Times New Roman" panose="02020603050405020304" pitchFamily="18" charset="0"/>
                <a:cs typeface="Times New Roman" panose="02020603050405020304" pitchFamily="18" charset="0"/>
              </a:rPr>
              <a:t>3.SAKTHIVEL V – 24UEC226</a:t>
            </a:r>
          </a:p>
          <a:p>
            <a:pPr algn="l"/>
            <a:r>
              <a:rPr lang="en-IN" sz="2800" dirty="0">
                <a:latin typeface="Times New Roman" panose="02020603050405020304" pitchFamily="18" charset="0"/>
                <a:cs typeface="Times New Roman" panose="02020603050405020304" pitchFamily="18" charset="0"/>
              </a:rPr>
              <a:t>4.ARUN R – 24UEC115</a:t>
            </a:r>
          </a:p>
          <a:p>
            <a:pPr algn="l"/>
            <a:r>
              <a:rPr lang="en-IN" sz="2800" dirty="0">
                <a:latin typeface="Times New Roman" panose="02020603050405020304" pitchFamily="18" charset="0"/>
                <a:cs typeface="Times New Roman" panose="02020603050405020304" pitchFamily="18" charset="0"/>
              </a:rPr>
              <a:t>5</a:t>
            </a:r>
            <a:r>
              <a:rPr lang="en-IN" sz="2800">
                <a:latin typeface="Times New Roman" panose="02020603050405020304" pitchFamily="18" charset="0"/>
                <a:cs typeface="Times New Roman" panose="02020603050405020304" pitchFamily="18" charset="0"/>
              </a:rPr>
              <a:t>.SHRIKRISHNAMOORTHY s </a:t>
            </a:r>
            <a:r>
              <a:rPr lang="en-IN" sz="2800" dirty="0">
                <a:latin typeface="Times New Roman" panose="02020603050405020304" pitchFamily="18" charset="0"/>
                <a:cs typeface="Times New Roman" panose="02020603050405020304" pitchFamily="18" charset="0"/>
              </a:rPr>
              <a:t>– 24UEC239</a:t>
            </a:r>
          </a:p>
        </p:txBody>
      </p:sp>
    </p:spTree>
    <p:extLst>
      <p:ext uri="{BB962C8B-B14F-4D97-AF65-F5344CB8AC3E}">
        <p14:creationId xmlns:p14="http://schemas.microsoft.com/office/powerpoint/2010/main" val="374840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E6B77-0BC2-E07E-7674-E4E8580057CE}"/>
              </a:ext>
            </a:extLst>
          </p:cNvPr>
          <p:cNvSpPr>
            <a:spLocks noGrp="1"/>
          </p:cNvSpPr>
          <p:nvPr>
            <p:ph type="title"/>
          </p:nvPr>
        </p:nvSpPr>
        <p:spPr>
          <a:xfrm flipV="1">
            <a:off x="685801" y="-1873769"/>
            <a:ext cx="10131425" cy="32978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70B8DAC6-3D6B-1142-D2F6-AAEA3437D3BD}"/>
              </a:ext>
            </a:extLst>
          </p:cNvPr>
          <p:cNvSpPr>
            <a:spLocks noGrp="1"/>
          </p:cNvSpPr>
          <p:nvPr>
            <p:ph idx="1"/>
          </p:nvPr>
        </p:nvSpPr>
        <p:spPr>
          <a:xfrm>
            <a:off x="685801" y="644577"/>
            <a:ext cx="10131425" cy="5621312"/>
          </a:xfrm>
        </p:spPr>
        <p:txBody>
          <a:bodyPr>
            <a:normAutofit lnSpcReduction="10000"/>
          </a:bodyPr>
          <a:lstStyle/>
          <a:p>
            <a:pPr marL="0" indent="0">
              <a:buNone/>
            </a:pPr>
            <a:r>
              <a:rPr lang="en-US" sz="3600" b="1" dirty="0">
                <a:latin typeface="Times New Roman" panose="02020603050405020304" pitchFamily="18" charset="0"/>
                <a:cs typeface="Times New Roman" panose="02020603050405020304" pitchFamily="18" charset="0"/>
              </a:rPr>
              <a:t>ABSTRACT</a:t>
            </a:r>
          </a:p>
          <a:p>
            <a:pPr marL="0" indent="0" algn="just">
              <a:buNone/>
            </a:pPr>
            <a:r>
              <a:rPr lang="en-US" sz="2800" dirty="0">
                <a:latin typeface="Times New Roman" panose="02020603050405020304" pitchFamily="18" charset="0"/>
                <a:cs typeface="Times New Roman" panose="02020603050405020304" pitchFamily="18" charset="0"/>
              </a:rPr>
              <a:t>Microplastics, defined as plastic particles smaller than 5 mm, have become a major threat to freshwater and drinking water systems. They originate from the breakdown of single-use plastics, industrial discharge, synthetic fibers, and fishing gear. Conventional treatment plants cannot effectively remove them, allowing microplastics to reach household taps. These particles may carry harmful chemicals and pathogens, posing risks such as endocrine disruption, inflammation, and long-term bioaccumulation in humans. This project focuses on identifying the causes, impacts, and potential solutions for microplastic contamination in water supplies. A low-cost embedded optical detection system is proposed as a practical approach for real-time monitoring and safeguarding public health.</a:t>
            </a:r>
          </a:p>
          <a:p>
            <a:endParaRPr lang="en-IN" dirty="0"/>
          </a:p>
        </p:txBody>
      </p:sp>
    </p:spTree>
    <p:extLst>
      <p:ext uri="{BB962C8B-B14F-4D97-AF65-F5344CB8AC3E}">
        <p14:creationId xmlns:p14="http://schemas.microsoft.com/office/powerpoint/2010/main" val="3018361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11F87-DA8C-2549-E551-5A6FF979121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Detailed Background</a:t>
            </a:r>
            <a:br>
              <a:rPr lang="en-US" b="1" dirty="0"/>
            </a:br>
            <a:endParaRPr lang="en-IN" dirty="0"/>
          </a:p>
        </p:txBody>
      </p:sp>
      <p:sp>
        <p:nvSpPr>
          <p:cNvPr id="3" name="Content Placeholder 2">
            <a:extLst>
              <a:ext uri="{FF2B5EF4-FFF2-40B4-BE49-F238E27FC236}">
                <a16:creationId xmlns:a16="http://schemas.microsoft.com/office/drawing/2014/main" id="{C167B4A5-158D-8C1B-3381-F3987651DD15}"/>
              </a:ext>
            </a:extLst>
          </p:cNvPr>
          <p:cNvSpPr>
            <a:spLocks noGrp="1"/>
          </p:cNvSpPr>
          <p:nvPr>
            <p:ph idx="1"/>
          </p:nvPr>
        </p:nvSpPr>
        <p:spPr>
          <a:xfrm>
            <a:off x="685801" y="1289155"/>
            <a:ext cx="10131425" cy="5568846"/>
          </a:xfrm>
        </p:spPr>
        <p:txBody>
          <a:bodyPr>
            <a:normAutofit/>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Plastic pollution is one of the most pressing environmental challenges of the 21st century. With increasing global plastic production, millions of tons of waste end up in rivers, lakes, and oceans. Under UV light, temperature changes, and mechanical stress, large plastics break down into smaller fragments called microplastics.</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particles are ingested by aquatic organisms, disrupting ecosystems.</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Wastewater treatment plants are not fully capable of filtering them out.</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Microplastics have even been detected in bottled water, household tap water, and table salt.</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Thus, microplastic contamination has become both an environmental and human health problem, making it urgent to design low-cost detection and mitigation strategies.</a:t>
            </a:r>
          </a:p>
          <a:p>
            <a:endParaRPr lang="en-IN" dirty="0"/>
          </a:p>
        </p:txBody>
      </p:sp>
    </p:spTree>
    <p:extLst>
      <p:ext uri="{BB962C8B-B14F-4D97-AF65-F5344CB8AC3E}">
        <p14:creationId xmlns:p14="http://schemas.microsoft.com/office/powerpoint/2010/main" val="1754367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0D14-59A6-758C-2E3C-B02706631F5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Definition</a:t>
            </a:r>
            <a:br>
              <a:rPr lang="en-US" b="1" dirty="0"/>
            </a:br>
            <a:endParaRPr lang="en-IN" dirty="0"/>
          </a:p>
        </p:txBody>
      </p:sp>
      <p:sp>
        <p:nvSpPr>
          <p:cNvPr id="3" name="Content Placeholder 2">
            <a:extLst>
              <a:ext uri="{FF2B5EF4-FFF2-40B4-BE49-F238E27FC236}">
                <a16:creationId xmlns:a16="http://schemas.microsoft.com/office/drawing/2014/main" id="{557AD06D-0EAC-EDBC-1163-41686D63B045}"/>
              </a:ext>
            </a:extLst>
          </p:cNvPr>
          <p:cNvSpPr>
            <a:spLocks noGrp="1"/>
          </p:cNvSpPr>
          <p:nvPr>
            <p:ph idx="1"/>
          </p:nvPr>
        </p:nvSpPr>
        <p:spPr>
          <a:xfrm>
            <a:off x="1049311" y="1547595"/>
            <a:ext cx="9872846" cy="4294196"/>
          </a:xfrm>
        </p:spPr>
        <p:txBody>
          <a:bodyPr>
            <a:normAutofit/>
          </a:bodyPr>
          <a:lstStyle/>
          <a:p>
            <a:pPr marL="0" indent="0" algn="just">
              <a:buNone/>
            </a:pPr>
            <a:r>
              <a:rPr lang="en-US" sz="2800" dirty="0">
                <a:latin typeface="Times New Roman" panose="02020603050405020304" pitchFamily="18" charset="0"/>
                <a:cs typeface="Times New Roman" panose="02020603050405020304" pitchFamily="18" charset="0"/>
              </a:rPr>
              <a:t>The increasing presence of microplastics in water sources and drinking supplies poses serious risks to health and the environment. Despite advances in water treatment, no cost-effective and efficient system currently exists to detect and quantify microplastics in real time. This lack of monitoring threatens water safety and weakens public trust.</a:t>
            </a:r>
          </a:p>
          <a:p>
            <a:endParaRPr lang="en-IN" dirty="0"/>
          </a:p>
        </p:txBody>
      </p:sp>
    </p:spTree>
    <p:extLst>
      <p:ext uri="{BB962C8B-B14F-4D97-AF65-F5344CB8AC3E}">
        <p14:creationId xmlns:p14="http://schemas.microsoft.com/office/powerpoint/2010/main" val="258199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FEE00-B441-B5E8-7B1A-B4ADB89F615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Why This Problem Was Chosen</a:t>
            </a:r>
            <a:br>
              <a:rPr lang="en-US" sz="4000" b="1"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348F3B-066E-E289-38D6-851A463BC742}"/>
              </a:ext>
            </a:extLst>
          </p:cNvPr>
          <p:cNvSpPr>
            <a:spLocks noGrp="1"/>
          </p:cNvSpPr>
          <p:nvPr>
            <p:ph idx="1"/>
          </p:nvPr>
        </p:nvSpPr>
        <p:spPr>
          <a:xfrm>
            <a:off x="1139252" y="1454047"/>
            <a:ext cx="9677974" cy="4337154"/>
          </a:xfrm>
        </p:spPr>
        <p:txBody>
          <a:bodyPr/>
          <a:lstStyle/>
          <a:p>
            <a:r>
              <a:rPr lang="en-US" sz="2800" dirty="0">
                <a:latin typeface="Times New Roman" panose="02020603050405020304" pitchFamily="18" charset="0"/>
                <a:cs typeface="Times New Roman" panose="02020603050405020304" pitchFamily="18" charset="0"/>
              </a:rPr>
              <a:t>It is a global and local concern, directly linked to human health.</a:t>
            </a:r>
          </a:p>
          <a:p>
            <a:r>
              <a:rPr lang="en-US" sz="2800" dirty="0">
                <a:latin typeface="Times New Roman" panose="02020603050405020304" pitchFamily="18" charset="0"/>
                <a:cs typeface="Times New Roman" panose="02020603050405020304" pitchFamily="18" charset="0"/>
              </a:rPr>
              <a:t>Existing solutions are expensive and not suitable for developing countries.</a:t>
            </a:r>
          </a:p>
          <a:p>
            <a:r>
              <a:rPr lang="en-US" sz="2800" dirty="0">
                <a:latin typeface="Times New Roman" panose="02020603050405020304" pitchFamily="18" charset="0"/>
                <a:cs typeface="Times New Roman" panose="02020603050405020304" pitchFamily="18" charset="0"/>
              </a:rPr>
              <a:t>The project offers scope for practical embedded system applications in environmental monitoring.</a:t>
            </a:r>
          </a:p>
          <a:p>
            <a:r>
              <a:rPr lang="en-US" sz="2800" dirty="0">
                <a:latin typeface="Times New Roman" panose="02020603050405020304" pitchFamily="18" charset="0"/>
                <a:cs typeface="Times New Roman" panose="02020603050405020304" pitchFamily="18" charset="0"/>
              </a:rPr>
              <a:t>It aligns with Sustainable Development Goal 6 (Clean Water and Sanitation).</a:t>
            </a:r>
          </a:p>
          <a:p>
            <a:endParaRPr lang="en-IN" dirty="0"/>
          </a:p>
        </p:txBody>
      </p:sp>
    </p:spTree>
    <p:extLst>
      <p:ext uri="{BB962C8B-B14F-4D97-AF65-F5344CB8AC3E}">
        <p14:creationId xmlns:p14="http://schemas.microsoft.com/office/powerpoint/2010/main" val="548655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BB989-CC19-CC71-B573-2119BF5F77F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Solution for the Problem</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506205-76B5-D169-FFCF-ABC098B9628C}"/>
              </a:ext>
            </a:extLst>
          </p:cNvPr>
          <p:cNvSpPr>
            <a:spLocks noGrp="1"/>
          </p:cNvSpPr>
          <p:nvPr>
            <p:ph idx="1"/>
          </p:nvPr>
        </p:nvSpPr>
        <p:spPr>
          <a:xfrm>
            <a:off x="1030287" y="1604433"/>
            <a:ext cx="10131425" cy="4391633"/>
          </a:xfrm>
        </p:spPr>
        <p:txBody>
          <a:bodyPr>
            <a:normAutofit fontScale="92500" lnSpcReduction="10000"/>
          </a:bodyPr>
          <a:lstStyle/>
          <a:p>
            <a:pPr marL="0" indent="0">
              <a:buNone/>
            </a:pPr>
            <a:r>
              <a:rPr lang="en-US" sz="3000" b="1" dirty="0">
                <a:latin typeface="Times New Roman" panose="02020603050405020304" pitchFamily="18" charset="0"/>
                <a:cs typeface="Times New Roman" panose="02020603050405020304" pitchFamily="18" charset="0"/>
              </a:rPr>
              <a:t>This embedded detection system using:</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Laser + photodiode setup to measure light scattering by microplastics.</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LM358-based transimpedance amplifier for signal processing.</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ESP32 microcontroller for data acquisition and threshold analysis.</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OLED display to show water quality in real time.</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system will allow quick detection of microplastics in household or community water supplies and can be scaled for larger use. In the long run, coupling with filtration methods (activated carbon, membrane filters) can enhance safety.</a:t>
            </a:r>
          </a:p>
          <a:p>
            <a:pPr marL="0" indent="0">
              <a:buNone/>
            </a:pPr>
            <a:br>
              <a:rPr lang="en-US" dirty="0"/>
            </a:br>
            <a:endParaRPr lang="en-IN" dirty="0"/>
          </a:p>
        </p:txBody>
      </p:sp>
    </p:spTree>
    <p:extLst>
      <p:ext uri="{BB962C8B-B14F-4D97-AF65-F5344CB8AC3E}">
        <p14:creationId xmlns:p14="http://schemas.microsoft.com/office/powerpoint/2010/main" val="744935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0CD9-91C4-20E4-6FE6-94B95F66CB31}"/>
              </a:ext>
            </a:extLst>
          </p:cNvPr>
          <p:cNvSpPr>
            <a:spLocks noGrp="1"/>
          </p:cNvSpPr>
          <p:nvPr>
            <p:ph type="title"/>
          </p:nvPr>
        </p:nvSpPr>
        <p:spPr>
          <a:xfrm>
            <a:off x="685801" y="-224852"/>
            <a:ext cx="10131425" cy="2290719"/>
          </a:xfrm>
        </p:spPr>
        <p:txBody>
          <a:bodyPr/>
          <a:lstStyle/>
          <a:p>
            <a:r>
              <a:rPr lang="en-IN" b="1" dirty="0">
                <a:latin typeface="Times New Roman" panose="02020603050405020304" pitchFamily="18" charset="0"/>
                <a:cs typeface="Times New Roman" panose="02020603050405020304" pitchFamily="18" charset="0"/>
              </a:rPr>
              <a:t>FLOWCHART</a:t>
            </a:r>
          </a:p>
        </p:txBody>
      </p:sp>
      <p:pic>
        <p:nvPicPr>
          <p:cNvPr id="5" name="Content Placeholder 4">
            <a:extLst>
              <a:ext uri="{FF2B5EF4-FFF2-40B4-BE49-F238E27FC236}">
                <a16:creationId xmlns:a16="http://schemas.microsoft.com/office/drawing/2014/main" id="{12AE4056-CF47-7ADA-7D97-6C10495CE396}"/>
              </a:ext>
            </a:extLst>
          </p:cNvPr>
          <p:cNvPicPr>
            <a:picLocks noGrp="1" noChangeAspect="1"/>
          </p:cNvPicPr>
          <p:nvPr>
            <p:ph idx="1"/>
          </p:nvPr>
        </p:nvPicPr>
        <p:blipFill>
          <a:blip r:embed="rId2"/>
          <a:stretch>
            <a:fillRect/>
          </a:stretch>
        </p:blipFill>
        <p:spPr>
          <a:xfrm>
            <a:off x="2833141" y="1603947"/>
            <a:ext cx="6535711" cy="4721901"/>
          </a:xfrm>
        </p:spPr>
      </p:pic>
    </p:spTree>
    <p:extLst>
      <p:ext uri="{BB962C8B-B14F-4D97-AF65-F5344CB8AC3E}">
        <p14:creationId xmlns:p14="http://schemas.microsoft.com/office/powerpoint/2010/main" val="16884996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{AA122D82-3814-4EDC-9613-9803DAD139B1}tf03457452</Template>
  <TotalTime>25</TotalTime>
  <Words>497</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Celestial</vt:lpstr>
      <vt:lpstr>Detection of Microplastics  in Water </vt:lpstr>
      <vt:lpstr>PowerPoint Presentation</vt:lpstr>
      <vt:lpstr>Detailed Background </vt:lpstr>
      <vt:lpstr>Problem Definition </vt:lpstr>
      <vt:lpstr>Why This Problem Was Chosen </vt:lpstr>
      <vt:lpstr>Solution for the Problem </vt:lpstr>
      <vt:lpstr>FLOWCHART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sibithra v</dc:creator>
  <cp:lastModifiedBy>sibithra v</cp:lastModifiedBy>
  <cp:revision>1</cp:revision>
  <dcterms:created xsi:type="dcterms:W3CDTF">2025-08-30T11:18:12Z</dcterms:created>
  <dcterms:modified xsi:type="dcterms:W3CDTF">2025-10-29T13:10:06Z</dcterms:modified>
</cp:coreProperties>
</file>