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313DDF-B162-49D8-A11C-A0A38474439F}" v="32" dt="2025-10-06T03:41:34.6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ithra v" userId="028e6d356b201339" providerId="LiveId" clId="{93A1AED5-2762-446B-9BF4-5F8FA22B0C75}"/>
    <pc:docChg chg="undo custSel addSld delSld modSld">
      <pc:chgData name="sibithra v" userId="028e6d356b201339" providerId="LiveId" clId="{93A1AED5-2762-446B-9BF4-5F8FA22B0C75}" dt="2025-10-13T03:37:57.185" v="358" actId="20577"/>
      <pc:docMkLst>
        <pc:docMk/>
      </pc:docMkLst>
      <pc:sldChg chg="modSp mod">
        <pc:chgData name="sibithra v" userId="028e6d356b201339" providerId="LiveId" clId="{93A1AED5-2762-446B-9BF4-5F8FA22B0C75}" dt="2025-09-29T02:42:29.220" v="351" actId="20577"/>
        <pc:sldMkLst>
          <pc:docMk/>
          <pc:sldMk cId="2993625943" sldId="256"/>
        </pc:sldMkLst>
        <pc:spChg chg="mod">
          <ac:chgData name="sibithra v" userId="028e6d356b201339" providerId="LiveId" clId="{93A1AED5-2762-446B-9BF4-5F8FA22B0C75}" dt="2025-09-29T02:42:29.220" v="351" actId="20577"/>
          <ac:spMkLst>
            <pc:docMk/>
            <pc:sldMk cId="2993625943" sldId="256"/>
            <ac:spMk id="3" creationId="{B86E7409-B214-7C0C-6BB1-709F3A650CE6}"/>
          </ac:spMkLst>
        </pc:spChg>
      </pc:sldChg>
      <pc:sldChg chg="modSp mod">
        <pc:chgData name="sibithra v" userId="028e6d356b201339" providerId="LiveId" clId="{93A1AED5-2762-446B-9BF4-5F8FA22B0C75}" dt="2025-10-06T03:40:36.753" v="352" actId="1076"/>
        <pc:sldMkLst>
          <pc:docMk/>
          <pc:sldMk cId="4246129212" sldId="258"/>
        </pc:sldMkLst>
        <pc:spChg chg="mod">
          <ac:chgData name="sibithra v" userId="028e6d356b201339" providerId="LiveId" clId="{93A1AED5-2762-446B-9BF4-5F8FA22B0C75}" dt="2025-10-06T03:40:36.753" v="352" actId="1076"/>
          <ac:spMkLst>
            <pc:docMk/>
            <pc:sldMk cId="4246129212" sldId="258"/>
            <ac:spMk id="3" creationId="{D4DE4B69-974F-FFF5-71AF-7341FCE39636}"/>
          </ac:spMkLst>
        </pc:spChg>
      </pc:sldChg>
      <pc:sldChg chg="modSp">
        <pc:chgData name="sibithra v" userId="028e6d356b201339" providerId="LiveId" clId="{93A1AED5-2762-446B-9BF4-5F8FA22B0C75}" dt="2025-10-06T03:41:34.675" v="353"/>
        <pc:sldMkLst>
          <pc:docMk/>
          <pc:sldMk cId="46206959" sldId="259"/>
        </pc:sldMkLst>
        <pc:spChg chg="mod">
          <ac:chgData name="sibithra v" userId="028e6d356b201339" providerId="LiveId" clId="{93A1AED5-2762-446B-9BF4-5F8FA22B0C75}" dt="2025-10-06T03:41:34.675" v="353"/>
          <ac:spMkLst>
            <pc:docMk/>
            <pc:sldMk cId="46206959" sldId="259"/>
            <ac:spMk id="3" creationId="{6766E525-D9DC-0A04-7806-04938681AC77}"/>
          </ac:spMkLst>
        </pc:spChg>
      </pc:sldChg>
      <pc:sldChg chg="addSp delSp modSp mod">
        <pc:chgData name="sibithra v" userId="028e6d356b201339" providerId="LiveId" clId="{93A1AED5-2762-446B-9BF4-5F8FA22B0C75}" dt="2025-10-13T02:57:01.337" v="357" actId="1076"/>
        <pc:sldMkLst>
          <pc:docMk/>
          <pc:sldMk cId="1168594478" sldId="262"/>
        </pc:sldMkLst>
        <pc:spChg chg="mod">
          <ac:chgData name="sibithra v" userId="028e6d356b201339" providerId="LiveId" clId="{93A1AED5-2762-446B-9BF4-5F8FA22B0C75}" dt="2025-10-06T03:48:02.298" v="354" actId="1076"/>
          <ac:spMkLst>
            <pc:docMk/>
            <pc:sldMk cId="1168594478" sldId="262"/>
            <ac:spMk id="2" creationId="{1B770654-625D-99C5-E682-D4798D28EACE}"/>
          </ac:spMkLst>
        </pc:spChg>
        <pc:spChg chg="add mod">
          <ac:chgData name="sibithra v" userId="028e6d356b201339" providerId="LiveId" clId="{93A1AED5-2762-446B-9BF4-5F8FA22B0C75}" dt="2025-10-13T02:57:01.337" v="357" actId="1076"/>
          <ac:spMkLst>
            <pc:docMk/>
            <pc:sldMk cId="1168594478" sldId="262"/>
            <ac:spMk id="5" creationId="{513FECD0-1022-49E4-AEB1-7362328989A8}"/>
          </ac:spMkLst>
        </pc:spChg>
        <pc:spChg chg="add mod">
          <ac:chgData name="sibithra v" userId="028e6d356b201339" providerId="LiveId" clId="{93A1AED5-2762-446B-9BF4-5F8FA22B0C75}" dt="2025-10-13T02:57:01.337" v="357" actId="1076"/>
          <ac:spMkLst>
            <pc:docMk/>
            <pc:sldMk cId="1168594478" sldId="262"/>
            <ac:spMk id="6" creationId="{8414D49F-235D-3004-3B58-86948A96A655}"/>
          </ac:spMkLst>
        </pc:spChg>
        <pc:spChg chg="add mod">
          <ac:chgData name="sibithra v" userId="028e6d356b201339" providerId="LiveId" clId="{93A1AED5-2762-446B-9BF4-5F8FA22B0C75}" dt="2025-10-13T02:57:01.337" v="357" actId="1076"/>
          <ac:spMkLst>
            <pc:docMk/>
            <pc:sldMk cId="1168594478" sldId="262"/>
            <ac:spMk id="7" creationId="{48A41F0B-ADBB-EEBC-681A-B48A3CE7C385}"/>
          </ac:spMkLst>
        </pc:spChg>
        <pc:spChg chg="add mod">
          <ac:chgData name="sibithra v" userId="028e6d356b201339" providerId="LiveId" clId="{93A1AED5-2762-446B-9BF4-5F8FA22B0C75}" dt="2025-10-13T02:57:01.337" v="357" actId="1076"/>
          <ac:spMkLst>
            <pc:docMk/>
            <pc:sldMk cId="1168594478" sldId="262"/>
            <ac:spMk id="8" creationId="{91CE2DAC-F90E-AB20-CB94-ECBEA0F34748}"/>
          </ac:spMkLst>
        </pc:spChg>
        <pc:spChg chg="add mod">
          <ac:chgData name="sibithra v" userId="028e6d356b201339" providerId="LiveId" clId="{93A1AED5-2762-446B-9BF4-5F8FA22B0C75}" dt="2025-10-13T02:57:01.337" v="357" actId="1076"/>
          <ac:spMkLst>
            <pc:docMk/>
            <pc:sldMk cId="1168594478" sldId="262"/>
            <ac:spMk id="9" creationId="{5C81898B-E982-04DD-B92F-46D139996D13}"/>
          </ac:spMkLst>
        </pc:spChg>
        <pc:spChg chg="add mod">
          <ac:chgData name="sibithra v" userId="028e6d356b201339" providerId="LiveId" clId="{93A1AED5-2762-446B-9BF4-5F8FA22B0C75}" dt="2025-10-13T02:57:01.337" v="357" actId="1076"/>
          <ac:spMkLst>
            <pc:docMk/>
            <pc:sldMk cId="1168594478" sldId="262"/>
            <ac:spMk id="10" creationId="{2CD8B918-4804-7147-E09B-0DEF1718A247}"/>
          </ac:spMkLst>
        </pc:spChg>
        <pc:spChg chg="add mod">
          <ac:chgData name="sibithra v" userId="028e6d356b201339" providerId="LiveId" clId="{93A1AED5-2762-446B-9BF4-5F8FA22B0C75}" dt="2025-10-13T02:57:01.337" v="357" actId="1076"/>
          <ac:spMkLst>
            <pc:docMk/>
            <pc:sldMk cId="1168594478" sldId="262"/>
            <ac:spMk id="11" creationId="{94225689-7ED6-1B5C-92D5-BBBE56B4D4F8}"/>
          </ac:spMkLst>
        </pc:spChg>
        <pc:spChg chg="add mod">
          <ac:chgData name="sibithra v" userId="028e6d356b201339" providerId="LiveId" clId="{93A1AED5-2762-446B-9BF4-5F8FA22B0C75}" dt="2025-10-13T02:57:01.337" v="357" actId="1076"/>
          <ac:spMkLst>
            <pc:docMk/>
            <pc:sldMk cId="1168594478" sldId="262"/>
            <ac:spMk id="12" creationId="{B37EC6BF-DB31-D3B4-B10D-005FC603FE5E}"/>
          </ac:spMkLst>
        </pc:spChg>
        <pc:cxnChg chg="add mod">
          <ac:chgData name="sibithra v" userId="028e6d356b201339" providerId="LiveId" clId="{93A1AED5-2762-446B-9BF4-5F8FA22B0C75}" dt="2025-09-28T04:51:32.120" v="156" actId="1076"/>
          <ac:cxnSpMkLst>
            <pc:docMk/>
            <pc:sldMk cId="1168594478" sldId="262"/>
            <ac:cxnSpMk id="14" creationId="{DDC1A784-015A-8CF8-A205-86FBD21508C3}"/>
          </ac:cxnSpMkLst>
        </pc:cxnChg>
        <pc:cxnChg chg="add mod">
          <ac:chgData name="sibithra v" userId="028e6d356b201339" providerId="LiveId" clId="{93A1AED5-2762-446B-9BF4-5F8FA22B0C75}" dt="2025-09-28T04:51:28.224" v="155" actId="1076"/>
          <ac:cxnSpMkLst>
            <pc:docMk/>
            <pc:sldMk cId="1168594478" sldId="262"/>
            <ac:cxnSpMk id="19" creationId="{D9AA9A67-FDDA-E5D9-196B-EFC0C12F12E9}"/>
          </ac:cxnSpMkLst>
        </pc:cxnChg>
        <pc:cxnChg chg="add mod">
          <ac:chgData name="sibithra v" userId="028e6d356b201339" providerId="LiveId" clId="{93A1AED5-2762-446B-9BF4-5F8FA22B0C75}" dt="2025-10-13T02:57:01.337" v="357" actId="1076"/>
          <ac:cxnSpMkLst>
            <pc:docMk/>
            <pc:sldMk cId="1168594478" sldId="262"/>
            <ac:cxnSpMk id="29" creationId="{0034F9CB-62AA-60FD-B7C5-BFCE63DA88F0}"/>
          </ac:cxnSpMkLst>
        </pc:cxnChg>
        <pc:cxnChg chg="add mod">
          <ac:chgData name="sibithra v" userId="028e6d356b201339" providerId="LiveId" clId="{93A1AED5-2762-446B-9BF4-5F8FA22B0C75}" dt="2025-10-13T02:57:01.337" v="357" actId="1076"/>
          <ac:cxnSpMkLst>
            <pc:docMk/>
            <pc:sldMk cId="1168594478" sldId="262"/>
            <ac:cxnSpMk id="31" creationId="{4B192784-E412-29EE-1CB2-33AC17FC9E03}"/>
          </ac:cxnSpMkLst>
        </pc:cxnChg>
        <pc:cxnChg chg="add mod">
          <ac:chgData name="sibithra v" userId="028e6d356b201339" providerId="LiveId" clId="{93A1AED5-2762-446B-9BF4-5F8FA22B0C75}" dt="2025-09-28T04:52:37.631" v="166" actId="13822"/>
          <ac:cxnSpMkLst>
            <pc:docMk/>
            <pc:sldMk cId="1168594478" sldId="262"/>
            <ac:cxnSpMk id="35" creationId="{B4E8B0D0-0F8F-F98A-F28F-CAD8D24100D6}"/>
          </ac:cxnSpMkLst>
        </pc:cxnChg>
        <pc:cxnChg chg="add mod">
          <ac:chgData name="sibithra v" userId="028e6d356b201339" providerId="LiveId" clId="{93A1AED5-2762-446B-9BF4-5F8FA22B0C75}" dt="2025-09-28T04:52:52.524" v="168" actId="13822"/>
          <ac:cxnSpMkLst>
            <pc:docMk/>
            <pc:sldMk cId="1168594478" sldId="262"/>
            <ac:cxnSpMk id="37" creationId="{105F1BEE-1329-305A-5903-8573D47CAF00}"/>
          </ac:cxnSpMkLst>
        </pc:cxnChg>
        <pc:cxnChg chg="add mod">
          <ac:chgData name="sibithra v" userId="028e6d356b201339" providerId="LiveId" clId="{93A1AED5-2762-446B-9BF4-5F8FA22B0C75}" dt="2025-09-28T04:53:46.070" v="172" actId="13822"/>
          <ac:cxnSpMkLst>
            <pc:docMk/>
            <pc:sldMk cId="1168594478" sldId="262"/>
            <ac:cxnSpMk id="41" creationId="{79E72E8C-390A-202C-1156-8535AC4334EB}"/>
          </ac:cxnSpMkLst>
        </pc:cxnChg>
        <pc:cxnChg chg="add mod">
          <ac:chgData name="sibithra v" userId="028e6d356b201339" providerId="LiveId" clId="{93A1AED5-2762-446B-9BF4-5F8FA22B0C75}" dt="2025-09-28T04:54:23.247" v="174" actId="13822"/>
          <ac:cxnSpMkLst>
            <pc:docMk/>
            <pc:sldMk cId="1168594478" sldId="262"/>
            <ac:cxnSpMk id="43" creationId="{E2436E75-F702-988E-2F70-1DED2D5D0CA7}"/>
          </ac:cxnSpMkLst>
        </pc:cxnChg>
        <pc:cxnChg chg="add mod">
          <ac:chgData name="sibithra v" userId="028e6d356b201339" providerId="LiveId" clId="{93A1AED5-2762-446B-9BF4-5F8FA22B0C75}" dt="2025-09-28T04:54:43.402" v="176" actId="13822"/>
          <ac:cxnSpMkLst>
            <pc:docMk/>
            <pc:sldMk cId="1168594478" sldId="262"/>
            <ac:cxnSpMk id="45" creationId="{6386B9A4-F8CA-6C5D-B3C7-6102E661F92B}"/>
          </ac:cxnSpMkLst>
        </pc:cxnChg>
      </pc:sldChg>
      <pc:sldChg chg="modSp mod">
        <pc:chgData name="sibithra v" userId="028e6d356b201339" providerId="LiveId" clId="{93A1AED5-2762-446B-9BF4-5F8FA22B0C75}" dt="2025-10-13T03:37:57.185" v="358" actId="20577"/>
        <pc:sldMkLst>
          <pc:docMk/>
          <pc:sldMk cId="2459172128" sldId="267"/>
        </pc:sldMkLst>
        <pc:spChg chg="mod">
          <ac:chgData name="sibithra v" userId="028e6d356b201339" providerId="LiveId" clId="{93A1AED5-2762-446B-9BF4-5F8FA22B0C75}" dt="2025-10-13T03:37:57.185" v="358" actId="20577"/>
          <ac:spMkLst>
            <pc:docMk/>
            <pc:sldMk cId="2459172128" sldId="267"/>
            <ac:spMk id="2" creationId="{0B66F97C-E7DC-FE36-BD31-4D300989C637}"/>
          </ac:spMkLst>
        </pc:spChg>
      </pc:sldChg>
      <pc:sldChg chg="addSp delSp modSp mod">
        <pc:chgData name="sibithra v" userId="028e6d356b201339" providerId="LiveId" clId="{93A1AED5-2762-446B-9BF4-5F8FA22B0C75}" dt="2025-09-28T05:08:01.486" v="271" actId="13822"/>
        <pc:sldMkLst>
          <pc:docMk/>
          <pc:sldMk cId="1010025458" sldId="268"/>
        </pc:sldMkLst>
        <pc:spChg chg="add mod">
          <ac:chgData name="sibithra v" userId="028e6d356b201339" providerId="LiveId" clId="{93A1AED5-2762-446B-9BF4-5F8FA22B0C75}" dt="2025-09-28T05:04:29.677" v="241"/>
          <ac:spMkLst>
            <pc:docMk/>
            <pc:sldMk cId="1010025458" sldId="268"/>
            <ac:spMk id="5" creationId="{7177EDA5-B1DA-BDBD-5DE3-3D31DAB34EB1}"/>
          </ac:spMkLst>
        </pc:spChg>
        <pc:spChg chg="add mod">
          <ac:chgData name="sibithra v" userId="028e6d356b201339" providerId="LiveId" clId="{93A1AED5-2762-446B-9BF4-5F8FA22B0C75}" dt="2025-09-28T05:04:47.505" v="242"/>
          <ac:spMkLst>
            <pc:docMk/>
            <pc:sldMk cId="1010025458" sldId="268"/>
            <ac:spMk id="6" creationId="{7799D8FF-2131-AD8E-C89F-13A3D56108EE}"/>
          </ac:spMkLst>
        </pc:spChg>
        <pc:spChg chg="add mod">
          <ac:chgData name="sibithra v" userId="028e6d356b201339" providerId="LiveId" clId="{93A1AED5-2762-446B-9BF4-5F8FA22B0C75}" dt="2025-09-28T05:05:28.130" v="243"/>
          <ac:spMkLst>
            <pc:docMk/>
            <pc:sldMk cId="1010025458" sldId="268"/>
            <ac:spMk id="7" creationId="{D615BBA0-EFFC-3187-FB3B-F9DF0C8CED6A}"/>
          </ac:spMkLst>
        </pc:spChg>
        <pc:spChg chg="add mod">
          <ac:chgData name="sibithra v" userId="028e6d356b201339" providerId="LiveId" clId="{93A1AED5-2762-446B-9BF4-5F8FA22B0C75}" dt="2025-09-28T05:05:48.646" v="244"/>
          <ac:spMkLst>
            <pc:docMk/>
            <pc:sldMk cId="1010025458" sldId="268"/>
            <ac:spMk id="8" creationId="{896026B0-AC8A-D748-51DE-C66B798B6AAE}"/>
          </ac:spMkLst>
        </pc:spChg>
        <pc:spChg chg="add mod">
          <ac:chgData name="sibithra v" userId="028e6d356b201339" providerId="LiveId" clId="{93A1AED5-2762-446B-9BF4-5F8FA22B0C75}" dt="2025-09-28T05:07:36.927" v="266" actId="1076"/>
          <ac:spMkLst>
            <pc:docMk/>
            <pc:sldMk cId="1010025458" sldId="268"/>
            <ac:spMk id="9" creationId="{F85FE95C-BA13-E450-CC95-B5C5684DCEBA}"/>
          </ac:spMkLst>
        </pc:spChg>
        <pc:spChg chg="add mod">
          <ac:chgData name="sibithra v" userId="028e6d356b201339" providerId="LiveId" clId="{93A1AED5-2762-446B-9BF4-5F8FA22B0C75}" dt="2025-09-28T05:07:42.989" v="267" actId="1076"/>
          <ac:spMkLst>
            <pc:docMk/>
            <pc:sldMk cId="1010025458" sldId="268"/>
            <ac:spMk id="10" creationId="{2C29CF6E-9463-ACC8-EA07-CC13B02518EF}"/>
          </ac:spMkLst>
        </pc:spChg>
        <pc:spChg chg="add mod">
          <ac:chgData name="sibithra v" userId="028e6d356b201339" providerId="LiveId" clId="{93A1AED5-2762-446B-9BF4-5F8FA22B0C75}" dt="2025-09-28T05:07:46.072" v="268" actId="1076"/>
          <ac:spMkLst>
            <pc:docMk/>
            <pc:sldMk cId="1010025458" sldId="268"/>
            <ac:spMk id="11" creationId="{83DABAD7-1AC3-D81F-7C3C-93F5DDEB86FF}"/>
          </ac:spMkLst>
        </pc:spChg>
        <pc:spChg chg="add mod">
          <ac:chgData name="sibithra v" userId="028e6d356b201339" providerId="LiveId" clId="{93A1AED5-2762-446B-9BF4-5F8FA22B0C75}" dt="2025-09-28T05:06:45.034" v="258"/>
          <ac:spMkLst>
            <pc:docMk/>
            <pc:sldMk cId="1010025458" sldId="268"/>
            <ac:spMk id="12" creationId="{00B6B08E-49B6-2483-A02A-229F7BD07D5F}"/>
          </ac:spMkLst>
        </pc:spChg>
        <pc:spChg chg="add mod">
          <ac:chgData name="sibithra v" userId="028e6d356b201339" providerId="LiveId" clId="{93A1AED5-2762-446B-9BF4-5F8FA22B0C75}" dt="2025-09-28T05:06:55.727" v="259"/>
          <ac:spMkLst>
            <pc:docMk/>
            <pc:sldMk cId="1010025458" sldId="268"/>
            <ac:spMk id="13" creationId="{C7C30ACA-8B2D-9B46-4BCF-2AA9193A02D0}"/>
          </ac:spMkLst>
        </pc:spChg>
        <pc:cxnChg chg="add mod">
          <ac:chgData name="sibithra v" userId="028e6d356b201339" providerId="LiveId" clId="{93A1AED5-2762-446B-9BF4-5F8FA22B0C75}" dt="2025-09-28T05:02:03.560" v="226" actId="14100"/>
          <ac:cxnSpMkLst>
            <pc:docMk/>
            <pc:sldMk cId="1010025458" sldId="268"/>
            <ac:cxnSpMk id="15" creationId="{6DACA64D-F1CB-BD1C-685C-46CA64C53679}"/>
          </ac:cxnSpMkLst>
        </pc:cxnChg>
        <pc:cxnChg chg="add mod">
          <ac:chgData name="sibithra v" userId="028e6d356b201339" providerId="LiveId" clId="{93A1AED5-2762-446B-9BF4-5F8FA22B0C75}" dt="2025-09-28T05:01:48.676" v="225" actId="13822"/>
          <ac:cxnSpMkLst>
            <pc:docMk/>
            <pc:sldMk cId="1010025458" sldId="268"/>
            <ac:cxnSpMk id="23" creationId="{C5BB947F-D4C1-742E-8F08-AAEF24189749}"/>
          </ac:cxnSpMkLst>
        </pc:cxnChg>
        <pc:cxnChg chg="add mod">
          <ac:chgData name="sibithra v" userId="028e6d356b201339" providerId="LiveId" clId="{93A1AED5-2762-446B-9BF4-5F8FA22B0C75}" dt="2025-09-28T05:02:18.143" v="228" actId="13822"/>
          <ac:cxnSpMkLst>
            <pc:docMk/>
            <pc:sldMk cId="1010025458" sldId="268"/>
            <ac:cxnSpMk id="26" creationId="{31494DC5-1847-2181-41BF-0EDB05142636}"/>
          </ac:cxnSpMkLst>
        </pc:cxnChg>
        <pc:cxnChg chg="add mod">
          <ac:chgData name="sibithra v" userId="028e6d356b201339" providerId="LiveId" clId="{93A1AED5-2762-446B-9BF4-5F8FA22B0C75}" dt="2025-09-28T05:02:35.884" v="230" actId="13822"/>
          <ac:cxnSpMkLst>
            <pc:docMk/>
            <pc:sldMk cId="1010025458" sldId="268"/>
            <ac:cxnSpMk id="28" creationId="{6A290458-B488-8C2B-9E93-FDCFBE3AEAD1}"/>
          </ac:cxnSpMkLst>
        </pc:cxnChg>
        <pc:cxnChg chg="add mod">
          <ac:chgData name="sibithra v" userId="028e6d356b201339" providerId="LiveId" clId="{93A1AED5-2762-446B-9BF4-5F8FA22B0C75}" dt="2025-09-28T05:02:46.123" v="232" actId="13822"/>
          <ac:cxnSpMkLst>
            <pc:docMk/>
            <pc:sldMk cId="1010025458" sldId="268"/>
            <ac:cxnSpMk id="30" creationId="{0F62481E-DABF-4B8C-B38A-581BE9BC49A2}"/>
          </ac:cxnSpMkLst>
        </pc:cxnChg>
        <pc:cxnChg chg="add mod">
          <ac:chgData name="sibithra v" userId="028e6d356b201339" providerId="LiveId" clId="{93A1AED5-2762-446B-9BF4-5F8FA22B0C75}" dt="2025-09-28T05:02:59.780" v="234" actId="13822"/>
          <ac:cxnSpMkLst>
            <pc:docMk/>
            <pc:sldMk cId="1010025458" sldId="268"/>
            <ac:cxnSpMk id="32" creationId="{D3BEDE6E-998D-CA60-A511-CD40A64D7457}"/>
          </ac:cxnSpMkLst>
        </pc:cxnChg>
        <pc:cxnChg chg="add mod">
          <ac:chgData name="sibithra v" userId="028e6d356b201339" providerId="LiveId" clId="{93A1AED5-2762-446B-9BF4-5F8FA22B0C75}" dt="2025-09-28T05:07:42.989" v="267" actId="1076"/>
          <ac:cxnSpMkLst>
            <pc:docMk/>
            <pc:sldMk cId="1010025458" sldId="268"/>
            <ac:cxnSpMk id="34" creationId="{DB6C16A8-3EA8-324E-5D15-5DBFE01F216B}"/>
          </ac:cxnSpMkLst>
        </pc:cxnChg>
        <pc:cxnChg chg="add mod">
          <ac:chgData name="sibithra v" userId="028e6d356b201339" providerId="LiveId" clId="{93A1AED5-2762-446B-9BF4-5F8FA22B0C75}" dt="2025-09-28T05:07:46.072" v="268" actId="1076"/>
          <ac:cxnSpMkLst>
            <pc:docMk/>
            <pc:sldMk cId="1010025458" sldId="268"/>
            <ac:cxnSpMk id="36" creationId="{F0B663BA-04CD-7BBD-BD4D-AF6EA093C5BD}"/>
          </ac:cxnSpMkLst>
        </pc:cxnChg>
        <pc:cxnChg chg="add mod">
          <ac:chgData name="sibithra v" userId="028e6d356b201339" providerId="LiveId" clId="{93A1AED5-2762-446B-9BF4-5F8FA22B0C75}" dt="2025-09-28T05:03:44.463" v="240" actId="13822"/>
          <ac:cxnSpMkLst>
            <pc:docMk/>
            <pc:sldMk cId="1010025458" sldId="268"/>
            <ac:cxnSpMk id="38" creationId="{DAF821FF-C91C-C67E-A9BE-E9891068EA69}"/>
          </ac:cxnSpMkLst>
        </pc:cxnChg>
        <pc:cxnChg chg="add mod">
          <ac:chgData name="sibithra v" userId="028e6d356b201339" providerId="LiveId" clId="{93A1AED5-2762-446B-9BF4-5F8FA22B0C75}" dt="2025-09-28T05:08:01.486" v="271" actId="13822"/>
          <ac:cxnSpMkLst>
            <pc:docMk/>
            <pc:sldMk cId="1010025458" sldId="268"/>
            <ac:cxnSpMk id="50" creationId="{726F7725-B24C-5A8A-DEB2-BF5765A25663}"/>
          </ac:cxnSpMkLst>
        </pc:cxnChg>
      </pc:sldChg>
      <pc:sldChg chg="addSp delSp modSp mod">
        <pc:chgData name="sibithra v" userId="028e6d356b201339" providerId="LiveId" clId="{93A1AED5-2762-446B-9BF4-5F8FA22B0C75}" dt="2025-09-28T05:14:17.290" v="350" actId="20577"/>
        <pc:sldMkLst>
          <pc:docMk/>
          <pc:sldMk cId="1714335659" sldId="274"/>
        </pc:sldMkLst>
        <pc:spChg chg="add mod">
          <ac:chgData name="sibithra v" userId="028e6d356b201339" providerId="LiveId" clId="{93A1AED5-2762-446B-9BF4-5F8FA22B0C75}" dt="2025-09-28T05:13:04.864" v="333" actId="20577"/>
          <ac:spMkLst>
            <pc:docMk/>
            <pc:sldMk cId="1714335659" sldId="274"/>
            <ac:spMk id="5" creationId="{74B4B59E-E019-BB9C-FC3E-C51444B29DCA}"/>
          </ac:spMkLst>
        </pc:spChg>
        <pc:spChg chg="add mod">
          <ac:chgData name="sibithra v" userId="028e6d356b201339" providerId="LiveId" clId="{93A1AED5-2762-446B-9BF4-5F8FA22B0C75}" dt="2025-09-28T05:13:17.059" v="334"/>
          <ac:spMkLst>
            <pc:docMk/>
            <pc:sldMk cId="1714335659" sldId="274"/>
            <ac:spMk id="6" creationId="{355B0D68-DCBD-5290-4C6F-209CFDA7A4D2}"/>
          </ac:spMkLst>
        </pc:spChg>
        <pc:spChg chg="add mod">
          <ac:chgData name="sibithra v" userId="028e6d356b201339" providerId="LiveId" clId="{93A1AED5-2762-446B-9BF4-5F8FA22B0C75}" dt="2025-09-28T05:13:26.706" v="335"/>
          <ac:spMkLst>
            <pc:docMk/>
            <pc:sldMk cId="1714335659" sldId="274"/>
            <ac:spMk id="7" creationId="{12C0365C-374F-6B0C-9B1A-F96D68F35FD7}"/>
          </ac:spMkLst>
        </pc:spChg>
        <pc:spChg chg="add mod">
          <ac:chgData name="sibithra v" userId="028e6d356b201339" providerId="LiveId" clId="{93A1AED5-2762-446B-9BF4-5F8FA22B0C75}" dt="2025-09-28T05:13:37.137" v="336"/>
          <ac:spMkLst>
            <pc:docMk/>
            <pc:sldMk cId="1714335659" sldId="274"/>
            <ac:spMk id="8" creationId="{CC7BB7E9-227E-7DFE-273F-661B6B80BC37}"/>
          </ac:spMkLst>
        </pc:spChg>
        <pc:spChg chg="add mod">
          <ac:chgData name="sibithra v" userId="028e6d356b201339" providerId="LiveId" clId="{93A1AED5-2762-446B-9BF4-5F8FA22B0C75}" dt="2025-09-28T05:13:49.420" v="337"/>
          <ac:spMkLst>
            <pc:docMk/>
            <pc:sldMk cId="1714335659" sldId="274"/>
            <ac:spMk id="9" creationId="{692F9E87-DEB8-0EDA-8FB5-938C04441AC3}"/>
          </ac:spMkLst>
        </pc:spChg>
        <pc:spChg chg="add mod">
          <ac:chgData name="sibithra v" userId="028e6d356b201339" providerId="LiveId" clId="{93A1AED5-2762-446B-9BF4-5F8FA22B0C75}" dt="2025-09-28T05:14:06.406" v="338"/>
          <ac:spMkLst>
            <pc:docMk/>
            <pc:sldMk cId="1714335659" sldId="274"/>
            <ac:spMk id="10" creationId="{2C9CA3F1-E3A8-96A0-D090-F04FD6978EEA}"/>
          </ac:spMkLst>
        </pc:spChg>
        <pc:spChg chg="add mod">
          <ac:chgData name="sibithra v" userId="028e6d356b201339" providerId="LiveId" clId="{93A1AED5-2762-446B-9BF4-5F8FA22B0C75}" dt="2025-09-28T05:14:17.290" v="350" actId="20577"/>
          <ac:spMkLst>
            <pc:docMk/>
            <pc:sldMk cId="1714335659" sldId="274"/>
            <ac:spMk id="11" creationId="{DF664146-3F96-5495-CEB8-7E4397B68C98}"/>
          </ac:spMkLst>
        </pc:spChg>
        <pc:cxnChg chg="add mod">
          <ac:chgData name="sibithra v" userId="028e6d356b201339" providerId="LiveId" clId="{93A1AED5-2762-446B-9BF4-5F8FA22B0C75}" dt="2025-09-28T05:10:40.907" v="302" actId="13822"/>
          <ac:cxnSpMkLst>
            <pc:docMk/>
            <pc:sldMk cId="1714335659" sldId="274"/>
            <ac:cxnSpMk id="13" creationId="{BB6BB9C0-A659-64E6-2126-23CBED9EE607}"/>
          </ac:cxnSpMkLst>
        </pc:cxnChg>
        <pc:cxnChg chg="add mod">
          <ac:chgData name="sibithra v" userId="028e6d356b201339" providerId="LiveId" clId="{93A1AED5-2762-446B-9BF4-5F8FA22B0C75}" dt="2025-09-28T05:10:56.598" v="304" actId="13822"/>
          <ac:cxnSpMkLst>
            <pc:docMk/>
            <pc:sldMk cId="1714335659" sldId="274"/>
            <ac:cxnSpMk id="15" creationId="{E55B74B9-AD3F-E60E-4862-08BA3F8D09CC}"/>
          </ac:cxnSpMkLst>
        </pc:cxnChg>
        <pc:cxnChg chg="add mod">
          <ac:chgData name="sibithra v" userId="028e6d356b201339" providerId="LiveId" clId="{93A1AED5-2762-446B-9BF4-5F8FA22B0C75}" dt="2025-09-28T05:11:09.206" v="306" actId="13822"/>
          <ac:cxnSpMkLst>
            <pc:docMk/>
            <pc:sldMk cId="1714335659" sldId="274"/>
            <ac:cxnSpMk id="17" creationId="{06DC5890-9CC3-A455-1D2C-D551C964E2B0}"/>
          </ac:cxnSpMkLst>
        </pc:cxnChg>
        <pc:cxnChg chg="add mod">
          <ac:chgData name="sibithra v" userId="028e6d356b201339" providerId="LiveId" clId="{93A1AED5-2762-446B-9BF4-5F8FA22B0C75}" dt="2025-09-28T05:11:29.288" v="308" actId="13822"/>
          <ac:cxnSpMkLst>
            <pc:docMk/>
            <pc:sldMk cId="1714335659" sldId="274"/>
            <ac:cxnSpMk id="19" creationId="{0C35D89F-BFAD-5EAB-0637-8653F6E5A943}"/>
          </ac:cxnSpMkLst>
        </pc:cxnChg>
        <pc:cxnChg chg="add mod">
          <ac:chgData name="sibithra v" userId="028e6d356b201339" providerId="LiveId" clId="{93A1AED5-2762-446B-9BF4-5F8FA22B0C75}" dt="2025-09-28T05:11:53.057" v="310" actId="13822"/>
          <ac:cxnSpMkLst>
            <pc:docMk/>
            <pc:sldMk cId="1714335659" sldId="274"/>
            <ac:cxnSpMk id="21" creationId="{55050DB0-0222-6E8B-CD68-79E17F886A62}"/>
          </ac:cxnSpMkLst>
        </pc:cxnChg>
        <pc:cxnChg chg="add mod">
          <ac:chgData name="sibithra v" userId="028e6d356b201339" providerId="LiveId" clId="{93A1AED5-2762-446B-9BF4-5F8FA22B0C75}" dt="2025-09-28T05:12:06.673" v="312" actId="13822"/>
          <ac:cxnSpMkLst>
            <pc:docMk/>
            <pc:sldMk cId="1714335659" sldId="274"/>
            <ac:cxnSpMk id="23" creationId="{13C266F9-FDE1-A24E-6A22-9D98A7135BD0}"/>
          </ac:cxnSpMkLst>
        </pc:cxnChg>
        <pc:cxnChg chg="add mod">
          <ac:chgData name="sibithra v" userId="028e6d356b201339" providerId="LiveId" clId="{93A1AED5-2762-446B-9BF4-5F8FA22B0C75}" dt="2025-09-28T05:12:17.074" v="314" actId="13822"/>
          <ac:cxnSpMkLst>
            <pc:docMk/>
            <pc:sldMk cId="1714335659" sldId="274"/>
            <ac:cxnSpMk id="25" creationId="{992C863D-361E-4892-7121-FE399227F089}"/>
          </ac:cxnSpMkLst>
        </pc:cxnChg>
        <pc:cxnChg chg="add mod">
          <ac:chgData name="sibithra v" userId="028e6d356b201339" providerId="LiveId" clId="{93A1AED5-2762-446B-9BF4-5F8FA22B0C75}" dt="2025-09-28T05:12:35.945" v="316" actId="13822"/>
          <ac:cxnSpMkLst>
            <pc:docMk/>
            <pc:sldMk cId="1714335659" sldId="274"/>
            <ac:cxnSpMk id="27" creationId="{4984090A-BA69-9D0D-D703-F07D669043BD}"/>
          </ac:cxnSpMkLst>
        </pc:cxnChg>
      </pc:sldChg>
      <pc:sldChg chg="new del">
        <pc:chgData name="sibithra v" userId="028e6d356b201339" providerId="LiveId" clId="{93A1AED5-2762-446B-9BF4-5F8FA22B0C75}" dt="2025-09-28T04:57:58.655" v="192" actId="2696"/>
        <pc:sldMkLst>
          <pc:docMk/>
          <pc:sldMk cId="3883405820" sldId="27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10/13/2025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70314-ED0F-BE42-A7C9-722E79C1C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538" y="554636"/>
            <a:ext cx="10882859" cy="1525983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rgbClr val="92D050"/>
                </a:solidFill>
              </a:rPr>
              <a:t>DETECTION OF MICROPLASTICS </a:t>
            </a:r>
            <a:br>
              <a:rPr lang="en-US" sz="4400" dirty="0">
                <a:solidFill>
                  <a:srgbClr val="92D050"/>
                </a:solidFill>
              </a:rPr>
            </a:br>
            <a:r>
              <a:rPr lang="en-US" sz="4400" dirty="0">
                <a:solidFill>
                  <a:srgbClr val="92D050"/>
                </a:solidFill>
              </a:rPr>
              <a:t>IN WATER</a:t>
            </a:r>
            <a:endParaRPr lang="en-IN" sz="4400" dirty="0">
              <a:solidFill>
                <a:srgbClr val="92D05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6E7409-B214-7C0C-6BB1-709F3A650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938" y="2080619"/>
            <a:ext cx="9398831" cy="447008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 : </a:t>
            </a:r>
            <a:r>
              <a:rPr lang="en-IN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SPARK</a:t>
            </a:r>
          </a:p>
          <a:p>
            <a:r>
              <a:rPr lang="en-IN" sz="28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IN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1.SIBITHRA V – 24UEC240</a:t>
            </a:r>
          </a:p>
          <a:p>
            <a:r>
              <a:rPr lang="en-IN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2.SAKTHIVEL V – 24UEC226</a:t>
            </a:r>
          </a:p>
          <a:p>
            <a:r>
              <a:rPr lang="en-IN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3.VIVIKSHA K – 24UEC262</a:t>
            </a:r>
          </a:p>
          <a:p>
            <a:r>
              <a:rPr lang="en-IN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4.ARUN R – 24UEC115</a:t>
            </a:r>
          </a:p>
          <a:p>
            <a:r>
              <a:rPr lang="en-IN" sz="2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5.SHRIKRISHNAMOORTHY s – 24UEC239</a:t>
            </a:r>
            <a:endParaRPr lang="en-IN" sz="28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3625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0E690-49EB-1F2D-0785-204FA81E1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Summary – </a:t>
            </a:r>
            <a:r>
              <a:rPr lang="en-IN" b="1" dirty="0"/>
              <a:t>Idea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52F0B-02D5-947E-83E5-2FB8C8A517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398426"/>
            <a:ext cx="9218238" cy="4459574"/>
          </a:xfrm>
        </p:spPr>
        <p:txBody>
          <a:bodyPr>
            <a:normAutofit/>
          </a:bodyPr>
          <a:lstStyle/>
          <a:p>
            <a:r>
              <a:rPr lang="en-IN" sz="2000" b="1" dirty="0"/>
              <a:t>What it is and how it solves the problem?</a:t>
            </a:r>
          </a:p>
          <a:p>
            <a:pPr marL="0" indent="0">
              <a:buNone/>
            </a:pPr>
            <a:r>
              <a:rPr lang="en-US" sz="2000" b="1" dirty="0"/>
              <a:t>Problem</a:t>
            </a: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Microplastics (&lt;5 mm) are now found in rivers, oceans, and drinking water.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Studies reveal 80% of global tap water contains microplastics.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Current methods (spectroscopy, microscopy) are accurate but costly, slow, and lab-based.</a:t>
            </a:r>
          </a:p>
          <a:p>
            <a:pPr marL="0" indent="0">
              <a:buNone/>
            </a:pPr>
            <a:r>
              <a:rPr lang="en-US" sz="2000" b="1" dirty="0"/>
              <a:t>Solution</a:t>
            </a:r>
            <a:endParaRPr lang="en-US" sz="2000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A portable and low-cost detection system that can quickly identify microplastics in water.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dirty="0"/>
              <a:t>Uses sensor technologies, microfluidics, and AI-based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941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08742-E083-95E5-44B1-EFFEE8CF1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E4B69-974F-FFF5-71AF-7341FCE39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1186" y="2694940"/>
            <a:ext cx="8761412" cy="3416300"/>
          </a:xfrm>
        </p:spPr>
        <p:txBody>
          <a:bodyPr>
            <a:normAutofit/>
          </a:bodyPr>
          <a:lstStyle/>
          <a:p>
            <a:r>
              <a:rPr lang="en-IN" sz="2400" b="1" dirty="0"/>
              <a:t>Feature 1 : </a:t>
            </a:r>
            <a:r>
              <a:rPr lang="en-IN" sz="2400" dirty="0"/>
              <a:t>Enter the important feature about your project.</a:t>
            </a:r>
          </a:p>
          <a:p>
            <a:pPr marL="0" indent="0">
              <a:buNone/>
            </a:pPr>
            <a:r>
              <a:rPr lang="en-US" sz="2400" b="1" dirty="0"/>
              <a:t>Low Cost: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    Designed with affordable sensors and image processing, reducing reliance on costly spectroscopy. Makes large-scale water monitoring possible in developing regions.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46129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BF7C4-672C-C7A2-9ABA-6061FF4D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9D848-8C64-0689-4E71-E86FAE59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6E525-D9DC-0A04-7806-04938681AC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Feature 2 : </a:t>
            </a:r>
            <a:r>
              <a:rPr lang="en-IN" sz="2400" dirty="0"/>
              <a:t>Enter the important feature about your project.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US" sz="2400" b="1" dirty="0"/>
              <a:t>Portable:</a:t>
            </a:r>
          </a:p>
          <a:p>
            <a:pPr marL="0" indent="0">
              <a:buNone/>
            </a:pPr>
            <a:r>
              <a:rPr lang="en-US" sz="2400" b="1" dirty="0"/>
              <a:t>   </a:t>
            </a:r>
            <a:r>
              <a:rPr lang="en-US" sz="2400" dirty="0"/>
              <a:t> Lightweight and battery-powered, allowing on-site testing at rivers, lakes, and industrial areas without transporting samples to labs.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6206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F4FDB-6412-849C-92A8-D4DBB7A90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F923C-8D05-4422-A227-C8D0F9215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2B6F6-3593-6489-2778-AFE38FE99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Feature 3 : </a:t>
            </a:r>
            <a:r>
              <a:rPr lang="en-IN" sz="2400" dirty="0"/>
              <a:t>Enter the important feature about your project.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US" sz="2400" b="1" dirty="0"/>
              <a:t>Fast Results: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    Delivers results within hours instead of days, enabling rapid decision-making during pollution events.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00000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58A1-A7BD-EB8B-8101-2EDA0605D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Proposition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C1353-3640-27CE-FF21-3A7E45336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9802856" cy="3902231"/>
          </a:xfrm>
        </p:spPr>
        <p:txBody>
          <a:bodyPr>
            <a:normAutofit fontScale="92500" lnSpcReduction="20000"/>
          </a:bodyPr>
          <a:lstStyle/>
          <a:p>
            <a:r>
              <a:rPr lang="en-IN" sz="2400" b="1" dirty="0"/>
              <a:t>Why end – users would want this?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Environmental scientists &amp; NGOs - Faster, affordable testing for research.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Water authorities - Regular monitoring and compliance assurance.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Industries - Ensures wastewater is safe before release.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Public health officials - Protects communities from contaminated water.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/>
              <a:t>Impact</a:t>
            </a:r>
            <a:br>
              <a:rPr lang="en-US" sz="2400" dirty="0"/>
            </a:br>
            <a:r>
              <a:rPr lang="en-US" sz="2400" dirty="0"/>
              <a:t> 1.Saves time</a:t>
            </a:r>
            <a:br>
              <a:rPr lang="en-US" sz="2400" dirty="0"/>
            </a:br>
            <a:r>
              <a:rPr lang="en-US" sz="2400" dirty="0"/>
              <a:t> 2.Reduces errors</a:t>
            </a:r>
            <a:br>
              <a:rPr lang="en-US" sz="2400" dirty="0"/>
            </a:br>
            <a:r>
              <a:rPr lang="en-US" sz="2400" dirty="0"/>
              <a:t> 3.Protects ecosystems &amp; human health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0597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70654-625D-99C5-E682-D4798D28E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0693" y="1087225"/>
            <a:ext cx="8761413" cy="706964"/>
          </a:xfrm>
        </p:spPr>
        <p:txBody>
          <a:bodyPr/>
          <a:lstStyle/>
          <a:p>
            <a:r>
              <a:rPr lang="en-IN" dirty="0"/>
              <a:t>Block Diagram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13FECD0-1022-49E4-AEB1-7362328989A8}"/>
              </a:ext>
            </a:extLst>
          </p:cNvPr>
          <p:cNvSpPr/>
          <p:nvPr/>
        </p:nvSpPr>
        <p:spPr>
          <a:xfrm>
            <a:off x="2323475" y="2423094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Water sample collection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14D49F-235D-3004-3B58-86948A96A655}"/>
              </a:ext>
            </a:extLst>
          </p:cNvPr>
          <p:cNvSpPr/>
          <p:nvPr/>
        </p:nvSpPr>
        <p:spPr>
          <a:xfrm>
            <a:off x="2323475" y="3215052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 - filtration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A41F0B-ADBB-EEBC-681A-B48A3CE7C385}"/>
              </a:ext>
            </a:extLst>
          </p:cNvPr>
          <p:cNvSpPr/>
          <p:nvPr/>
        </p:nvSpPr>
        <p:spPr>
          <a:xfrm>
            <a:off x="2323475" y="4053239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Microfluidic channel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CE2DAC-F90E-AB20-CB94-ECBEA0F34748}"/>
              </a:ext>
            </a:extLst>
          </p:cNvPr>
          <p:cNvSpPr/>
          <p:nvPr/>
        </p:nvSpPr>
        <p:spPr>
          <a:xfrm>
            <a:off x="2323475" y="4891425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Sensor module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C81898B-E982-04DD-B92F-46D139996D13}"/>
              </a:ext>
            </a:extLst>
          </p:cNvPr>
          <p:cNvSpPr/>
          <p:nvPr/>
        </p:nvSpPr>
        <p:spPr>
          <a:xfrm>
            <a:off x="2323475" y="5729612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Embedded Processor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D8B918-4804-7147-E09B-0DEF1718A247}"/>
              </a:ext>
            </a:extLst>
          </p:cNvPr>
          <p:cNvSpPr/>
          <p:nvPr/>
        </p:nvSpPr>
        <p:spPr>
          <a:xfrm>
            <a:off x="6340840" y="5729612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Signal Analysis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225689-7ED6-1B5C-92D5-BBBE56B4D4F8}"/>
              </a:ext>
            </a:extLst>
          </p:cNvPr>
          <p:cNvSpPr/>
          <p:nvPr/>
        </p:nvSpPr>
        <p:spPr>
          <a:xfrm>
            <a:off x="6340840" y="4891424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Mobile/PC App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37EC6BF-DB31-D3B4-B10D-005FC603FE5E}"/>
              </a:ext>
            </a:extLst>
          </p:cNvPr>
          <p:cNvSpPr/>
          <p:nvPr/>
        </p:nvSpPr>
        <p:spPr>
          <a:xfrm>
            <a:off x="6340840" y="4053238"/>
            <a:ext cx="3297836" cy="4646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Optional Cloud Sync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C1A784-015A-8CF8-A205-86FBD21508C3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3972393" y="2887789"/>
            <a:ext cx="0" cy="327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AA9A67-FDDA-E5D9-196B-EFC0C12F12E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3972393" y="3679747"/>
            <a:ext cx="0" cy="373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034F9CB-62AA-60FD-B7C5-BFCE63DA88F0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3972393" y="4517934"/>
            <a:ext cx="0" cy="373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B192784-E412-29EE-1CB2-33AC17FC9E03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3972393" y="5356120"/>
            <a:ext cx="0" cy="373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4E8B0D0-0F8F-F98A-F28F-CAD8D24100D6}"/>
              </a:ext>
            </a:extLst>
          </p:cNvPr>
          <p:cNvCxnSpPr>
            <a:stCxn id="9" idx="2"/>
          </p:cNvCxnSpPr>
          <p:nvPr/>
        </p:nvCxnSpPr>
        <p:spPr>
          <a:xfrm>
            <a:off x="3972393" y="6194307"/>
            <a:ext cx="0" cy="4414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05F1BEE-1329-305A-5903-8573D47CAF00}"/>
              </a:ext>
            </a:extLst>
          </p:cNvPr>
          <p:cNvCxnSpPr/>
          <p:nvPr/>
        </p:nvCxnSpPr>
        <p:spPr>
          <a:xfrm>
            <a:off x="3972393" y="6665713"/>
            <a:ext cx="40173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9E72E8C-390A-202C-1156-8535AC4334EB}"/>
              </a:ext>
            </a:extLst>
          </p:cNvPr>
          <p:cNvCxnSpPr>
            <a:endCxn id="10" idx="2"/>
          </p:cNvCxnSpPr>
          <p:nvPr/>
        </p:nvCxnSpPr>
        <p:spPr>
          <a:xfrm flipV="1">
            <a:off x="7989758" y="6194307"/>
            <a:ext cx="0" cy="471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2436E75-F702-988E-2F70-1DED2D5D0CA7}"/>
              </a:ext>
            </a:extLst>
          </p:cNvPr>
          <p:cNvCxnSpPr>
            <a:stCxn id="10" idx="0"/>
            <a:endCxn id="11" idx="2"/>
          </p:cNvCxnSpPr>
          <p:nvPr/>
        </p:nvCxnSpPr>
        <p:spPr>
          <a:xfrm flipV="1">
            <a:off x="7989758" y="5356119"/>
            <a:ext cx="0" cy="3734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386B9A4-F8CA-6C5D-B3C7-6102E661F92B}"/>
              </a:ext>
            </a:extLst>
          </p:cNvPr>
          <p:cNvCxnSpPr>
            <a:stCxn id="11" idx="0"/>
            <a:endCxn id="12" idx="2"/>
          </p:cNvCxnSpPr>
          <p:nvPr/>
        </p:nvCxnSpPr>
        <p:spPr>
          <a:xfrm flipV="1">
            <a:off x="7989758" y="4517933"/>
            <a:ext cx="0" cy="373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594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1D381-601F-A9FA-D837-AEB24363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D3AEB-16EB-40C8-1752-FCC1F7697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Summary – </a:t>
            </a:r>
            <a:r>
              <a:rPr lang="en-IN" b="1" dirty="0"/>
              <a:t>Idea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AE70C-708C-CF85-9CA2-534716207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9982738" cy="3917221"/>
          </a:xfrm>
        </p:spPr>
        <p:txBody>
          <a:bodyPr>
            <a:normAutofit/>
          </a:bodyPr>
          <a:lstStyle/>
          <a:p>
            <a:r>
              <a:rPr lang="en-IN" sz="2000" dirty="0"/>
              <a:t>What it is and how it solves the problem?</a:t>
            </a:r>
          </a:p>
          <a:p>
            <a:pPr marL="0" indent="0">
              <a:buNone/>
            </a:pPr>
            <a:r>
              <a:rPr lang="en-US" sz="2000" b="1" dirty="0"/>
              <a:t>Problem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Industries like textiles, plastics, and fisheries release microplastics into water.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Regulators demand compliance, but monitoring is infrequent and expensive.</a:t>
            </a:r>
          </a:p>
          <a:p>
            <a:pPr marL="0" indent="0">
              <a:buNone/>
            </a:pPr>
            <a:r>
              <a:rPr lang="en-US" sz="2000" b="1" dirty="0"/>
              <a:t>Solution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Extend the detection system into industrial wastewater outlets.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Add IoT dashboards and automated compliance reporting.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24239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A91A-9EBC-7A4D-85BE-A909B5352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AEB5-0C08-317C-1E5A-98C830A7B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033367"/>
            <a:ext cx="8761413" cy="706964"/>
          </a:xfrm>
        </p:spPr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EC69C-75C7-5816-D34B-5AB4D7FAD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499"/>
            <a:ext cx="8761413" cy="3587439"/>
          </a:xfrm>
        </p:spPr>
        <p:txBody>
          <a:bodyPr/>
          <a:lstStyle/>
          <a:p>
            <a:r>
              <a:rPr lang="en-IN" sz="2400" b="1" dirty="0"/>
              <a:t>Feature 1 : </a:t>
            </a:r>
            <a:r>
              <a:rPr lang="en-IN" sz="2400" dirty="0"/>
              <a:t>Enter the important feature about your project.</a:t>
            </a:r>
          </a:p>
          <a:p>
            <a:pPr marL="0" indent="0">
              <a:buNone/>
            </a:pPr>
            <a:r>
              <a:rPr lang="en-US" altLang="en-US" sz="2400" b="1" dirty="0"/>
              <a:t>Automated Reports:</a:t>
            </a:r>
            <a:r>
              <a:rPr lang="en-US" altLang="en-US" sz="2400" dirty="0"/>
              <a:t> </a:t>
            </a:r>
          </a:p>
          <a:p>
            <a:pPr marL="0" indent="0">
              <a:buNone/>
            </a:pPr>
            <a:r>
              <a:rPr lang="en-US" altLang="en-US" sz="2400" dirty="0"/>
              <a:t>   System generates compliance reports automatically, reducing manual effort while ensuring transparency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9130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01F57-B12C-6185-915C-7ACBF7991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74C14-6AF9-505F-E6AF-C7A6379C9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85787-F6BC-5AD5-76A6-7F941302E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Feature 2 : </a:t>
            </a:r>
            <a:r>
              <a:rPr lang="en-IN" sz="2400" dirty="0"/>
              <a:t>Enter the important feature about your project.</a:t>
            </a:r>
          </a:p>
          <a:p>
            <a:pPr marL="0" indent="0">
              <a:buNone/>
            </a:pPr>
            <a:r>
              <a:rPr lang="en-US" sz="2400" b="1" dirty="0"/>
              <a:t>Alert Mechanism: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  Sends instant notifications via SMS or email when unsafe microplastic levels are detected.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96153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23EAD-3FF3-7E45-BB24-EC88C7AFA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76A20-1102-F2F4-2223-FDBC8B288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1F061-7A7D-1439-92E8-1D8AE340A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Feature 3 : </a:t>
            </a:r>
            <a:r>
              <a:rPr lang="en-IN" sz="2400" dirty="0"/>
              <a:t>Enter the important feature about your project.</a:t>
            </a:r>
          </a:p>
          <a:p>
            <a:pPr marL="0" indent="0">
              <a:buNone/>
            </a:pPr>
            <a:r>
              <a:rPr lang="en-US" sz="2400" b="1" dirty="0"/>
              <a:t>Audit Support:</a:t>
            </a:r>
          </a:p>
          <a:p>
            <a:pPr marL="0" indent="0">
              <a:buNone/>
            </a:pPr>
            <a:r>
              <a:rPr lang="en-US" sz="2400" b="1" dirty="0"/>
              <a:t>  </a:t>
            </a:r>
            <a:r>
              <a:rPr lang="en-US" sz="2400" dirty="0"/>
              <a:t> Stores historical discharge data, which can be used as verified proof during regulatory inspections.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1920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CD15E-FB7F-7CC8-6899-46A8C0741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6F97C-E7DC-FE36-BD31-4D300989C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Value Proposition`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DE58B-0247-2525-6198-096A28262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8888455" cy="3872251"/>
          </a:xfrm>
        </p:spPr>
        <p:txBody>
          <a:bodyPr>
            <a:normAutofit fontScale="92500" lnSpcReduction="10000"/>
          </a:bodyPr>
          <a:lstStyle/>
          <a:p>
            <a:r>
              <a:rPr lang="en-IN" sz="2400" dirty="0"/>
              <a:t>Why end – users would want this?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Industries - Cost-effective compliance, avoiding penalties.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Government &amp; Regulators - Reliable, real-time data for enforcement.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NGOs &amp; Researchers - Access to verified industrial water quality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Impact</a:t>
            </a:r>
            <a:br>
              <a:rPr lang="en-US" sz="2400" dirty="0"/>
            </a:br>
            <a:r>
              <a:rPr lang="en-US" sz="2400" dirty="0"/>
              <a:t>1. Reduces environmental pollution</a:t>
            </a:r>
            <a:br>
              <a:rPr lang="en-US" sz="2400" dirty="0"/>
            </a:br>
            <a:r>
              <a:rPr lang="en-US" sz="2400" dirty="0"/>
              <a:t>2. Promotes corporate accountability</a:t>
            </a:r>
            <a:br>
              <a:rPr lang="en-US" sz="2400" dirty="0"/>
            </a:br>
            <a:r>
              <a:rPr lang="en-US" sz="2400" dirty="0"/>
              <a:t>3. Builds trust with regulators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9172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F4C77-EC65-0479-5A64-CC761ED78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23803-AF79-8714-F3E6-4146F0DD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177EDA5-B1DA-BDBD-5DE3-3D31DAB34EB1}"/>
              </a:ext>
            </a:extLst>
          </p:cNvPr>
          <p:cNvSpPr/>
          <p:nvPr/>
        </p:nvSpPr>
        <p:spPr>
          <a:xfrm>
            <a:off x="4167266" y="2293495"/>
            <a:ext cx="3837482" cy="3897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Sampling Point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99D8FF-2131-AD8E-C89F-13A3D56108EE}"/>
              </a:ext>
            </a:extLst>
          </p:cNvPr>
          <p:cNvSpPr/>
          <p:nvPr/>
        </p:nvSpPr>
        <p:spPr>
          <a:xfrm>
            <a:off x="4167266" y="2863121"/>
            <a:ext cx="3837482" cy="3897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Automated Sampler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615BBA0-EFFC-3187-FB3B-F9DF0C8CED6A}"/>
              </a:ext>
            </a:extLst>
          </p:cNvPr>
          <p:cNvSpPr/>
          <p:nvPr/>
        </p:nvSpPr>
        <p:spPr>
          <a:xfrm>
            <a:off x="4167266" y="3429000"/>
            <a:ext cx="3837482" cy="3897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Detection Module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96026B0-AC8A-D748-51DE-C66B798B6AAE}"/>
              </a:ext>
            </a:extLst>
          </p:cNvPr>
          <p:cNvSpPr/>
          <p:nvPr/>
        </p:nvSpPr>
        <p:spPr>
          <a:xfrm>
            <a:off x="4167266" y="3994879"/>
            <a:ext cx="3837482" cy="3897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Local IoT Gateway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85FE95C-BA13-E450-CC95-B5C5684DCEBA}"/>
              </a:ext>
            </a:extLst>
          </p:cNvPr>
          <p:cNvSpPr/>
          <p:nvPr/>
        </p:nvSpPr>
        <p:spPr>
          <a:xfrm>
            <a:off x="2743200" y="4765139"/>
            <a:ext cx="3102964" cy="3897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Cloud Storage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29CF6E-9463-ACC8-EA07-CC13B02518EF}"/>
              </a:ext>
            </a:extLst>
          </p:cNvPr>
          <p:cNvSpPr/>
          <p:nvPr/>
        </p:nvSpPr>
        <p:spPr>
          <a:xfrm>
            <a:off x="2743200" y="5423840"/>
            <a:ext cx="3102964" cy="3897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Regulator Dashboard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DABAD7-1AC3-D81F-7C3C-93F5DDEB86FF}"/>
              </a:ext>
            </a:extLst>
          </p:cNvPr>
          <p:cNvSpPr/>
          <p:nvPr/>
        </p:nvSpPr>
        <p:spPr>
          <a:xfrm>
            <a:off x="2762479" y="6069285"/>
            <a:ext cx="3102964" cy="3897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 Reports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B6B08E-49B6-2483-A02A-229F7BD07D5F}"/>
              </a:ext>
            </a:extLst>
          </p:cNvPr>
          <p:cNvSpPr/>
          <p:nvPr/>
        </p:nvSpPr>
        <p:spPr>
          <a:xfrm>
            <a:off x="6453266" y="4773501"/>
            <a:ext cx="3102964" cy="3897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Historical Reports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7C30ACA-8B2D-9B46-4BCF-2AA9193A02D0}"/>
              </a:ext>
            </a:extLst>
          </p:cNvPr>
          <p:cNvSpPr/>
          <p:nvPr/>
        </p:nvSpPr>
        <p:spPr>
          <a:xfrm>
            <a:off x="6453266" y="5379735"/>
            <a:ext cx="3102964" cy="389744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Alert / SMS / Email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DACA64D-F1CB-BD1C-685C-46CA64C53679}"/>
              </a:ext>
            </a:extLst>
          </p:cNvPr>
          <p:cNvCxnSpPr>
            <a:cxnSpLocks/>
          </p:cNvCxnSpPr>
          <p:nvPr/>
        </p:nvCxnSpPr>
        <p:spPr>
          <a:xfrm>
            <a:off x="4294682" y="4557010"/>
            <a:ext cx="371006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5BB947F-D4C1-742E-8F08-AAEF24189749}"/>
              </a:ext>
            </a:extLst>
          </p:cNvPr>
          <p:cNvCxnSpPr>
            <a:endCxn id="12" idx="0"/>
          </p:cNvCxnSpPr>
          <p:nvPr/>
        </p:nvCxnSpPr>
        <p:spPr>
          <a:xfrm>
            <a:off x="8004748" y="4557010"/>
            <a:ext cx="0" cy="216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1494DC5-1847-2181-41BF-0EDB05142636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086007" y="2683239"/>
            <a:ext cx="0" cy="1798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A290458-B488-8C2B-9E93-FDCFBE3AEAD1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086007" y="3252865"/>
            <a:ext cx="0" cy="176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F62481E-DABF-4B8C-B38A-581BE9BC49A2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6086007" y="3818744"/>
            <a:ext cx="0" cy="176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3BEDE6E-998D-CA60-A511-CD40A64D7457}"/>
              </a:ext>
            </a:extLst>
          </p:cNvPr>
          <p:cNvCxnSpPr>
            <a:stCxn id="8" idx="2"/>
          </p:cNvCxnSpPr>
          <p:nvPr/>
        </p:nvCxnSpPr>
        <p:spPr>
          <a:xfrm>
            <a:off x="6086007" y="4384623"/>
            <a:ext cx="0" cy="1723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B6C16A8-3EA8-324E-5D15-5DBFE01F216B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4294682" y="5154883"/>
            <a:ext cx="0" cy="268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0B663BA-04CD-7BBD-BD4D-AF6EA093C5BD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4294682" y="5813584"/>
            <a:ext cx="19279" cy="255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AF821FF-C91C-C67E-A9BE-E9891068EA69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8004748" y="5163245"/>
            <a:ext cx="0" cy="216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26F7725-B24C-5A8A-DEB2-BF5765A25663}"/>
              </a:ext>
            </a:extLst>
          </p:cNvPr>
          <p:cNvCxnSpPr>
            <a:endCxn id="9" idx="0"/>
          </p:cNvCxnSpPr>
          <p:nvPr/>
        </p:nvCxnSpPr>
        <p:spPr>
          <a:xfrm>
            <a:off x="4294682" y="4557010"/>
            <a:ext cx="0" cy="20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025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58D9F-AE9E-0AC4-0599-E31DB96CE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05D6-2D0A-A08D-F351-50AF6B12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Context Summary – </a:t>
            </a:r>
            <a:r>
              <a:rPr lang="en-IN" b="1" dirty="0"/>
              <a:t>Idea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4C9DB-0B54-5F4D-34E6-560CBFEED2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9847825" cy="3947202"/>
          </a:xfrm>
        </p:spPr>
        <p:txBody>
          <a:bodyPr/>
          <a:lstStyle/>
          <a:p>
            <a:r>
              <a:rPr lang="en-IN" sz="2000" dirty="0"/>
              <a:t>What it is and how it solves the problem?</a:t>
            </a:r>
          </a:p>
          <a:p>
            <a:pPr marL="0" indent="0">
              <a:buNone/>
            </a:pPr>
            <a:r>
              <a:rPr lang="en-US" sz="2000" b="1" dirty="0"/>
              <a:t>Problem</a:t>
            </a:r>
            <a:endParaRPr lang="en-US" sz="2000" dirty="0"/>
          </a:p>
          <a:p>
            <a:r>
              <a:rPr lang="en-US" sz="2000" dirty="0"/>
              <a:t>Microplastic contamination is a hidden risk – communities rarely know if water is safe.</a:t>
            </a:r>
          </a:p>
          <a:p>
            <a:r>
              <a:rPr lang="en-US" sz="2000" dirty="0"/>
              <a:t>Lack of awareness creates public health risks.</a:t>
            </a:r>
          </a:p>
          <a:p>
            <a:pPr marL="0" indent="0">
              <a:buNone/>
            </a:pPr>
            <a:r>
              <a:rPr lang="en-US" sz="2000" b="1" dirty="0"/>
              <a:t>Solution</a:t>
            </a:r>
            <a:endParaRPr lang="en-US" sz="2000" dirty="0"/>
          </a:p>
          <a:p>
            <a:r>
              <a:rPr lang="en-US" sz="2000" dirty="0"/>
              <a:t>Install IoT-powered digital displays showing real-time water quality.</a:t>
            </a:r>
          </a:p>
          <a:p>
            <a:r>
              <a:rPr lang="en-US" sz="2000" dirty="0"/>
              <a:t>Transparency builds awareness and trust.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0484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13EF0-11B2-1E97-6626-F20703E6A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8A346-BB6D-71F2-5E61-2BE5DC8AD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AF685-C547-EE1A-B752-627B1E09D6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Feature 1 : </a:t>
            </a:r>
            <a:r>
              <a:rPr lang="en-IN" sz="2400" dirty="0"/>
              <a:t>Enter the important feature about your project.</a:t>
            </a:r>
          </a:p>
          <a:p>
            <a:pPr marL="0" indent="0">
              <a:buNone/>
            </a:pPr>
            <a:r>
              <a:rPr lang="en-US" sz="2400" b="1" dirty="0"/>
              <a:t>IoT-Based Visualization: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   Data from detection units is transmitted to cloud servers and instantly displayed to the public.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4138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76913-47D0-2443-2A23-9B5966772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2459-8825-23C3-4F24-61ACA7C65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11C18-9913-347E-03B6-80C629393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Feature 2 : </a:t>
            </a:r>
            <a:r>
              <a:rPr lang="en-IN" sz="2400" dirty="0"/>
              <a:t>Enter the important feature about your project.</a:t>
            </a:r>
          </a:p>
          <a:p>
            <a:pPr marL="0" indent="0">
              <a:buNone/>
            </a:pPr>
            <a:r>
              <a:rPr lang="en-US" sz="2400" b="1" dirty="0"/>
              <a:t>Awareness Support: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    Boards also share educational messages about pollution and safe water practices.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05843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EEEF7-4F50-77AB-C4BA-056140A08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EF0EB-ACBC-BDA7-A601-1877AEFF2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E3F42-642E-BB5B-CA7B-FACAC0DEE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b="1" dirty="0"/>
              <a:t>Feature 3 : </a:t>
            </a:r>
            <a:r>
              <a:rPr lang="en-IN" sz="2400" dirty="0"/>
              <a:t>Enter the important feature about your project.</a:t>
            </a:r>
          </a:p>
          <a:p>
            <a:pPr marL="0" indent="0">
              <a:buNone/>
            </a:pPr>
            <a:r>
              <a:rPr lang="en-US" sz="2400" b="1" dirty="0"/>
              <a:t>Transparency: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en-US" sz="2400" dirty="0"/>
              <a:t>    Public displays hold industries and authorities accountable by openly sharing water quality data.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070926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D664B-8495-D98C-BCFF-C8F11E0FF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242FC-E244-ECB5-BD99-9A9611363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Proposition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9C631-0ACF-EAF2-F661-59D01EDFD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9083327" cy="4037143"/>
          </a:xfrm>
        </p:spPr>
        <p:txBody>
          <a:bodyPr>
            <a:normAutofit/>
          </a:bodyPr>
          <a:lstStyle/>
          <a:p>
            <a:r>
              <a:rPr lang="en-IN" sz="2400" dirty="0"/>
              <a:t>Why end – users would want this?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Citizens - Direct awareness of water safety.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Health authorities - Tool for community-level monitoring.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NGOs - Drive campaigns with real-time data.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Impact</a:t>
            </a:r>
            <a:br>
              <a:rPr lang="en-US" sz="2400" dirty="0"/>
            </a:br>
            <a:r>
              <a:rPr lang="en-US" sz="2400" dirty="0"/>
              <a:t>1. Empowers communities</a:t>
            </a:r>
            <a:br>
              <a:rPr lang="en-US" sz="2400" dirty="0"/>
            </a:br>
            <a:r>
              <a:rPr lang="en-US" sz="2400" dirty="0"/>
              <a:t>2. Improves transparency</a:t>
            </a:r>
            <a:br>
              <a:rPr lang="en-US" sz="2400" dirty="0"/>
            </a:br>
            <a:r>
              <a:rPr lang="en-US" sz="2400" dirty="0"/>
              <a:t>3. Encourages sustainable behavior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976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966D-6878-7A8C-0272-5A7D7C135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7E7AA-2A71-22D9-B824-C113B8608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 Diagram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4B4B59E-E019-BB9C-FC3E-C51444B29DCA}"/>
              </a:ext>
            </a:extLst>
          </p:cNvPr>
          <p:cNvSpPr/>
          <p:nvPr/>
        </p:nvSpPr>
        <p:spPr>
          <a:xfrm>
            <a:off x="4327160" y="2444263"/>
            <a:ext cx="3537679" cy="50966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Detection Unit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5B0D68-DCBD-5290-4C6F-209CFDA7A4D2}"/>
              </a:ext>
            </a:extLst>
          </p:cNvPr>
          <p:cNvSpPr/>
          <p:nvPr/>
        </p:nvSpPr>
        <p:spPr>
          <a:xfrm>
            <a:off x="4327160" y="3207894"/>
            <a:ext cx="3537679" cy="50966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IoT Gateway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2C0365C-374F-6B0C-9B1A-F96D68F35FD7}"/>
              </a:ext>
            </a:extLst>
          </p:cNvPr>
          <p:cNvSpPr/>
          <p:nvPr/>
        </p:nvSpPr>
        <p:spPr>
          <a:xfrm>
            <a:off x="4327160" y="3971525"/>
            <a:ext cx="3537679" cy="50966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Cloud Platform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7BB7E9-227E-7DFE-273F-661B6B80BC37}"/>
              </a:ext>
            </a:extLst>
          </p:cNvPr>
          <p:cNvSpPr/>
          <p:nvPr/>
        </p:nvSpPr>
        <p:spPr>
          <a:xfrm>
            <a:off x="2558320" y="4884588"/>
            <a:ext cx="3537679" cy="50966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Public Digital Displays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2F9E87-DEB8-0EDA-8FB5-938C04441AC3}"/>
              </a:ext>
            </a:extLst>
          </p:cNvPr>
          <p:cNvSpPr/>
          <p:nvPr/>
        </p:nvSpPr>
        <p:spPr>
          <a:xfrm>
            <a:off x="2558320" y="5648219"/>
            <a:ext cx="3537679" cy="50966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Community Alerts/</a:t>
            </a:r>
            <a:r>
              <a:rPr lang="en-US" dirty="0" err="1"/>
              <a:t>Msgs</a:t>
            </a:r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C9CA3F1-E3A8-96A0-D090-F04FD6978EEA}"/>
              </a:ext>
            </a:extLst>
          </p:cNvPr>
          <p:cNvSpPr/>
          <p:nvPr/>
        </p:nvSpPr>
        <p:spPr>
          <a:xfrm>
            <a:off x="6378687" y="4898710"/>
            <a:ext cx="3537679" cy="50966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Web/Mobile Portal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F664146-3F96-5495-CEB8-7E4397B68C98}"/>
              </a:ext>
            </a:extLst>
          </p:cNvPr>
          <p:cNvSpPr/>
          <p:nvPr/>
        </p:nvSpPr>
        <p:spPr>
          <a:xfrm>
            <a:off x="6386554" y="5662341"/>
            <a:ext cx="3537679" cy="50966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NGO Access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B6BB9C0-A659-64E6-2126-23CBED9EE607}"/>
              </a:ext>
            </a:extLst>
          </p:cNvPr>
          <p:cNvCxnSpPr/>
          <p:nvPr/>
        </p:nvCxnSpPr>
        <p:spPr>
          <a:xfrm>
            <a:off x="4327160" y="4661941"/>
            <a:ext cx="353767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55B74B9-AD3F-E60E-4862-08BA3F8D09CC}"/>
              </a:ext>
            </a:extLst>
          </p:cNvPr>
          <p:cNvCxnSpPr>
            <a:endCxn id="8" idx="0"/>
          </p:cNvCxnSpPr>
          <p:nvPr/>
        </p:nvCxnSpPr>
        <p:spPr>
          <a:xfrm>
            <a:off x="4327160" y="4661941"/>
            <a:ext cx="0" cy="222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6DC5890-9CC3-A455-1D2C-D551C964E2B0}"/>
              </a:ext>
            </a:extLst>
          </p:cNvPr>
          <p:cNvCxnSpPr/>
          <p:nvPr/>
        </p:nvCxnSpPr>
        <p:spPr>
          <a:xfrm>
            <a:off x="7864839" y="4661941"/>
            <a:ext cx="0" cy="222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C35D89F-BFAD-5EAB-0637-8653F6E5A943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4327160" y="5394254"/>
            <a:ext cx="0" cy="253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5050DB0-0222-6E8B-CD68-79E17F886A62}"/>
              </a:ext>
            </a:extLst>
          </p:cNvPr>
          <p:cNvCxnSpPr/>
          <p:nvPr/>
        </p:nvCxnSpPr>
        <p:spPr>
          <a:xfrm>
            <a:off x="7864839" y="5408376"/>
            <a:ext cx="0" cy="253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C266F9-FDE1-A24E-6A22-9D98A7135BD0}"/>
              </a:ext>
            </a:extLst>
          </p:cNvPr>
          <p:cNvCxnSpPr>
            <a:stCxn id="5" idx="2"/>
            <a:endCxn id="6" idx="0"/>
          </p:cNvCxnSpPr>
          <p:nvPr/>
        </p:nvCxnSpPr>
        <p:spPr>
          <a:xfrm>
            <a:off x="6096000" y="2953929"/>
            <a:ext cx="0" cy="253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92C863D-361E-4892-7121-FE399227F08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096000" y="3717560"/>
            <a:ext cx="0" cy="253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984090A-BA69-9D0D-D703-F07D669043BD}"/>
              </a:ext>
            </a:extLst>
          </p:cNvPr>
          <p:cNvCxnSpPr>
            <a:stCxn id="7" idx="2"/>
          </p:cNvCxnSpPr>
          <p:nvPr/>
        </p:nvCxnSpPr>
        <p:spPr>
          <a:xfrm flipH="1">
            <a:off x="6095999" y="4481191"/>
            <a:ext cx="1" cy="1807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43356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e398e18-e952-4b7e-a92b-695f03712a7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349FB797774D4DB2A0FD0C945E01BF" ma:contentTypeVersion="5" ma:contentTypeDescription="Create a new document." ma:contentTypeScope="" ma:versionID="96732162232435094c34fd72c5333cb8">
  <xsd:schema xmlns:xsd="http://www.w3.org/2001/XMLSchema" xmlns:xs="http://www.w3.org/2001/XMLSchema" xmlns:p="http://schemas.microsoft.com/office/2006/metadata/properties" xmlns:ns3="be398e18-e952-4b7e-a92b-695f03712a75" targetNamespace="http://schemas.microsoft.com/office/2006/metadata/properties" ma:root="true" ma:fieldsID="e4ea08ca7e420c68af6094e373b1142e" ns3:_="">
    <xsd:import namespace="be398e18-e952-4b7e-a92b-695f03712a7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398e18-e952-4b7e-a92b-695f03712a7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ABDD0F3-C792-4DFD-9082-88F80846819C}">
  <ds:schemaRefs>
    <ds:schemaRef ds:uri="http://purl.org/dc/terms/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be398e18-e952-4b7e-a92b-695f03712a7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7A22301-7902-4334-A191-62B3E4EB5F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AFA2DA-954E-4B04-869A-A8287EB73E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398e18-e952-4b7e-a92b-695f03712a7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179</TotalTime>
  <Words>793</Words>
  <Application>Microsoft Office PowerPoint</Application>
  <PresentationFormat>Widescreen</PresentationFormat>
  <Paragraphs>115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Century Gothic</vt:lpstr>
      <vt:lpstr>Courier New</vt:lpstr>
      <vt:lpstr>Times New Roman</vt:lpstr>
      <vt:lpstr>Wingdings</vt:lpstr>
      <vt:lpstr>Wingdings 3</vt:lpstr>
      <vt:lpstr>Ion Boardroom</vt:lpstr>
      <vt:lpstr>DETECTION OF MICROPLASTICS  IN WATER</vt:lpstr>
      <vt:lpstr>Context Summary – Idea 1</vt:lpstr>
      <vt:lpstr>Key Features</vt:lpstr>
      <vt:lpstr>Key Features</vt:lpstr>
      <vt:lpstr>Key Features</vt:lpstr>
      <vt:lpstr>Value Proposition</vt:lpstr>
      <vt:lpstr>Block Diagram</vt:lpstr>
      <vt:lpstr>Context Summary – Idea 2</vt:lpstr>
      <vt:lpstr>Key Features</vt:lpstr>
      <vt:lpstr>Key Features</vt:lpstr>
      <vt:lpstr>Key Features</vt:lpstr>
      <vt:lpstr>Value Proposition`</vt:lpstr>
      <vt:lpstr>Block Diagram</vt:lpstr>
      <vt:lpstr>Context Summary – Idea 3</vt:lpstr>
      <vt:lpstr>Key Features</vt:lpstr>
      <vt:lpstr>Key Features</vt:lpstr>
      <vt:lpstr>Key Features</vt:lpstr>
      <vt:lpstr>Value Proposition</vt:lpstr>
      <vt:lpstr>Block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Yogesh K</dc:creator>
  <cp:lastModifiedBy>sibithra v</cp:lastModifiedBy>
  <cp:revision>2</cp:revision>
  <dcterms:created xsi:type="dcterms:W3CDTF">2025-09-25T06:20:16Z</dcterms:created>
  <dcterms:modified xsi:type="dcterms:W3CDTF">2025-10-13T03:38:06Z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0x010100E3349FB797774D4DB2A0FD0C945E01BF</vt:lpwstr>
  </property>
</Properties>
</file>